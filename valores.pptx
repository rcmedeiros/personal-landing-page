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306" r:id="rId2"/>
  </p:sldIdLst>
  <p:sldSz cx="18288000" cy="10287000"/>
  <p:notesSz cx="6858000" cy="9144000"/>
  <p:embeddedFontLst>
    <p:embeddedFont>
      <p:font typeface="Bebas Neue" panose="020B0606020202050201" pitchFamily="34" charset="0"/>
      <p:regular r:id="rId4"/>
    </p:embeddedFont>
    <p:embeddedFont>
      <p:font typeface="Montserrat" panose="00000500000000000000" pitchFamily="2" charset="0"/>
      <p:regular r:id="rId5"/>
      <p:bold r:id="rId6"/>
      <p:italic r:id="rId7"/>
      <p:boldItalic r:id="rId8"/>
    </p:embeddedFont>
    <p:embeddedFont>
      <p:font typeface="Montserrat Thin" panose="00000300000000000000" pitchFamily="2" charset="0"/>
      <p:regular r:id="rId9"/>
      <p:bold r:id="rId10"/>
      <p:italic r:id="rId11"/>
      <p:boldItalic r:id="rId12"/>
    </p:embeddedFont>
    <p:embeddedFont>
      <p:font typeface="Poppins" panose="00000500000000000000" pitchFamily="2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55" roundtripDataSignature="AMtx7mh9NCzVrIWsSFIJD/F7e4S5gr1t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4D"/>
    <a:srgbClr val="004D99"/>
    <a:srgbClr val="FFC200"/>
    <a:srgbClr val="4ECABF"/>
    <a:srgbClr val="C7E900"/>
    <a:srgbClr val="F9FB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BA59E7-EEFF-47D5-AE13-7001F658BCD1}" v="597" dt="2026-01-15T13:46:47.996"/>
    <p1510:client id="{42DD2A5F-3451-412F-4A79-52019D443624}" v="73" dt="2026-01-15T12:27:59.014"/>
    <p1510:client id="{57C799EB-D625-B31F-001F-408F625B17EB}" v="673" dt="2026-01-16T17:24:56.696"/>
    <p1510:client id="{6F312AC2-4BA8-99B9-B169-BA2F4DF498DF}" v="69" dt="2026-01-15T12:19:06.626"/>
    <p1510:client id="{70484139-380A-B60D-665D-F650D5ECDB64}" v="19" dt="2026-01-16T16:14:47.121"/>
    <p1510:client id="{800867E3-035D-2B01-F1F1-D7009D1F7723}" v="1752" dt="2026-01-16T17:37:11.129"/>
    <p1510:client id="{A95D3CC6-0A63-0FB3-B17C-EC59AD0CD547}" v="639" dt="2026-01-16T16:36:10.458"/>
    <p1510:client id="{E274604B-AD35-5FE5-0B17-746C3BD4B1F8}" v="145" dt="2026-01-16T17:16:15.1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72" y="1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3" Type="http://schemas.openxmlformats.org/officeDocument/2006/relationships/notesMaster" Target="notesMasters/notesMaster1.xml"/><Relationship Id="rId55" Type="http://customschemas.google.com/relationships/presentationmetadata" Target="metadata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8" Type="http://schemas.openxmlformats.org/officeDocument/2006/relationships/theme" Target="theme/theme1.xml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57" Type="http://schemas.openxmlformats.org/officeDocument/2006/relationships/viewProps" Target="viewProps.xml"/><Relationship Id="rId61" Type="http://schemas.microsoft.com/office/2015/10/relationships/revisionInfo" Target="revisionInfo.xml"/><Relationship Id="rId10" Type="http://schemas.openxmlformats.org/officeDocument/2006/relationships/font" Target="fonts/font7.fntdata"/><Relationship Id="rId60" Type="http://schemas.microsoft.com/office/2016/11/relationships/changesInfo" Target="changesInfos/changesInfo1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Relationship Id="rId56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elle" userId="S::michelle.machado@carenet.com.br::6a464eb2-c6e8-49f7-82d9-ccab187b2ef1" providerId="AD" clId="Web-{42DD2A5F-3451-412F-4A79-52019D443624}"/>
    <pc:docChg chg="addSld delSld modSld">
      <pc:chgData name="Michelle" userId="S::michelle.machado@carenet.com.br::6a464eb2-c6e8-49f7-82d9-ccab187b2ef1" providerId="AD" clId="Web-{42DD2A5F-3451-412F-4A79-52019D443624}" dt="2026-01-15T12:27:59.014" v="67" actId="20577"/>
      <pc:docMkLst>
        <pc:docMk/>
      </pc:docMkLst>
      <pc:sldChg chg="addSp delSp modSp">
        <pc:chgData name="Michelle" userId="S::michelle.machado@carenet.com.br::6a464eb2-c6e8-49f7-82d9-ccab187b2ef1" providerId="AD" clId="Web-{42DD2A5F-3451-412F-4A79-52019D443624}" dt="2026-01-15T12:26:30.223" v="36" actId="1076"/>
        <pc:sldMkLst>
          <pc:docMk/>
          <pc:sldMk cId="0" sldId="259"/>
        </pc:sldMkLst>
        <pc:spChg chg="mod">
          <ac:chgData name="Michelle" userId="S::michelle.machado@carenet.com.br::6a464eb2-c6e8-49f7-82d9-ccab187b2ef1" providerId="AD" clId="Web-{42DD2A5F-3451-412F-4A79-52019D443624}" dt="2026-01-15T12:23:49.067" v="17" actId="20577"/>
          <ac:spMkLst>
            <pc:docMk/>
            <pc:sldMk cId="0" sldId="259"/>
            <ac:spMk id="4" creationId="{7AB05EB6-D136-3FF9-A1F0-5617D99AEE6A}"/>
          </ac:spMkLst>
        </pc:spChg>
        <pc:spChg chg="add mod">
          <ac:chgData name="Michelle" userId="S::michelle.machado@carenet.com.br::6a464eb2-c6e8-49f7-82d9-ccab187b2ef1" providerId="AD" clId="Web-{42DD2A5F-3451-412F-4A79-52019D443624}" dt="2026-01-15T12:21:48.582" v="8"/>
          <ac:spMkLst>
            <pc:docMk/>
            <pc:sldMk cId="0" sldId="259"/>
            <ac:spMk id="5" creationId="{68A034E5-07E0-A0B8-2041-EE73D8E17FAB}"/>
          </ac:spMkLst>
        </pc:spChg>
        <pc:spChg chg="add mod">
          <ac:chgData name="Michelle" userId="S::michelle.machado@carenet.com.br::6a464eb2-c6e8-49f7-82d9-ccab187b2ef1" providerId="AD" clId="Web-{42DD2A5F-3451-412F-4A79-52019D443624}" dt="2026-01-15T12:26:30.223" v="36" actId="1076"/>
          <ac:spMkLst>
            <pc:docMk/>
            <pc:sldMk cId="0" sldId="259"/>
            <ac:spMk id="7" creationId="{0E9A0A28-D152-11CE-0C1B-908393D8368B}"/>
          </ac:spMkLst>
        </pc:spChg>
        <pc:spChg chg="add del mod">
          <ac:chgData name="Michelle" userId="S::michelle.machado@carenet.com.br::6a464eb2-c6e8-49f7-82d9-ccab187b2ef1" providerId="AD" clId="Web-{42DD2A5F-3451-412F-4A79-52019D443624}" dt="2026-01-15T12:24:03.317" v="21"/>
          <ac:spMkLst>
            <pc:docMk/>
            <pc:sldMk cId="0" sldId="259"/>
            <ac:spMk id="9" creationId="{A44188B4-3114-EEBB-7C1A-1A5387BC7FEF}"/>
          </ac:spMkLst>
        </pc:spChg>
        <pc:spChg chg="add mod">
          <ac:chgData name="Michelle" userId="S::michelle.machado@carenet.com.br::6a464eb2-c6e8-49f7-82d9-ccab187b2ef1" providerId="AD" clId="Web-{42DD2A5F-3451-412F-4A79-52019D443624}" dt="2026-01-15T12:25:40.942" v="31" actId="1076"/>
          <ac:spMkLst>
            <pc:docMk/>
            <pc:sldMk cId="0" sldId="259"/>
            <ac:spMk id="11" creationId="{5B67ECCE-FBB9-1CD6-DDEC-E97FB774F970}"/>
          </ac:spMkLst>
        </pc:spChg>
        <pc:spChg chg="mod">
          <ac:chgData name="Michelle" userId="S::michelle.machado@carenet.com.br::6a464eb2-c6e8-49f7-82d9-ccab187b2ef1" providerId="AD" clId="Web-{42DD2A5F-3451-412F-4A79-52019D443624}" dt="2026-01-15T12:26:23.411" v="35" actId="1076"/>
          <ac:spMkLst>
            <pc:docMk/>
            <pc:sldMk cId="0" sldId="259"/>
            <ac:spMk id="918" creationId="{00000000-0000-0000-0000-000000000000}"/>
          </ac:spMkLst>
        </pc:spChg>
        <pc:spChg chg="mod">
          <ac:chgData name="Michelle" userId="S::michelle.machado@carenet.com.br::6a464eb2-c6e8-49f7-82d9-ccab187b2ef1" providerId="AD" clId="Web-{42DD2A5F-3451-412F-4A79-52019D443624}" dt="2026-01-15T12:26:06.082" v="34" actId="1076"/>
          <ac:spMkLst>
            <pc:docMk/>
            <pc:sldMk cId="0" sldId="259"/>
            <ac:spMk id="919" creationId="{00000000-0000-0000-0000-000000000000}"/>
          </ac:spMkLst>
        </pc:spChg>
        <pc:spChg chg="del">
          <ac:chgData name="Michelle" userId="S::michelle.machado@carenet.com.br::6a464eb2-c6e8-49f7-82d9-ccab187b2ef1" providerId="AD" clId="Web-{42DD2A5F-3451-412F-4A79-52019D443624}" dt="2026-01-15T12:21:48.582" v="8"/>
          <ac:spMkLst>
            <pc:docMk/>
            <pc:sldMk cId="0" sldId="259"/>
            <ac:spMk id="920" creationId="{00000000-0000-0000-0000-000000000000}"/>
          </ac:spMkLst>
        </pc:spChg>
        <pc:picChg chg="del">
          <ac:chgData name="Michelle" userId="S::michelle.machado@carenet.com.br::6a464eb2-c6e8-49f7-82d9-ccab187b2ef1" providerId="AD" clId="Web-{42DD2A5F-3451-412F-4A79-52019D443624}" dt="2026-01-15T12:22:48.082" v="14"/>
          <ac:picMkLst>
            <pc:docMk/>
            <pc:sldMk cId="0" sldId="259"/>
            <ac:picMk id="2" creationId="{20AB095B-1B7C-2305-12C4-9A4D096E6B43}"/>
          </ac:picMkLst>
        </pc:picChg>
      </pc:sldChg>
      <pc:sldChg chg="addSp delSp modSp">
        <pc:chgData name="Michelle" userId="S::michelle.machado@carenet.com.br::6a464eb2-c6e8-49f7-82d9-ccab187b2ef1" providerId="AD" clId="Web-{42DD2A5F-3451-412F-4A79-52019D443624}" dt="2026-01-15T12:27:59.014" v="67" actId="20577"/>
        <pc:sldMkLst>
          <pc:docMk/>
          <pc:sldMk cId="0" sldId="269"/>
        </pc:sldMkLst>
        <pc:spChg chg="add mod">
          <ac:chgData name="Michelle" userId="S::michelle.machado@carenet.com.br::6a464eb2-c6e8-49f7-82d9-ccab187b2ef1" providerId="AD" clId="Web-{42DD2A5F-3451-412F-4A79-52019D443624}" dt="2026-01-15T12:27:55.295" v="66"/>
          <ac:spMkLst>
            <pc:docMk/>
            <pc:sldMk cId="0" sldId="269"/>
            <ac:spMk id="3" creationId="{4DFF3288-966A-81C5-7FD9-AAD480A8870D}"/>
          </ac:spMkLst>
        </pc:spChg>
        <pc:spChg chg="del mod">
          <ac:chgData name="Michelle" userId="S::michelle.machado@carenet.com.br::6a464eb2-c6e8-49f7-82d9-ccab187b2ef1" providerId="AD" clId="Web-{42DD2A5F-3451-412F-4A79-52019D443624}" dt="2026-01-15T12:27:55.295" v="66"/>
          <ac:spMkLst>
            <pc:docMk/>
            <pc:sldMk cId="0" sldId="269"/>
            <ac:spMk id="1014" creationId="{00000000-0000-0000-0000-000000000000}"/>
          </ac:spMkLst>
        </pc:spChg>
        <pc:spChg chg="mod">
          <ac:chgData name="Michelle" userId="S::michelle.machado@carenet.com.br::6a464eb2-c6e8-49f7-82d9-ccab187b2ef1" providerId="AD" clId="Web-{42DD2A5F-3451-412F-4A79-52019D443624}" dt="2026-01-15T12:27:59.014" v="67" actId="20577"/>
          <ac:spMkLst>
            <pc:docMk/>
            <pc:sldMk cId="0" sldId="269"/>
            <ac:spMk id="1015" creationId="{00000000-0000-0000-0000-000000000000}"/>
          </ac:spMkLst>
        </pc:spChg>
      </pc:sldChg>
      <pc:sldChg chg="del">
        <pc:chgData name="Michelle" userId="S::michelle.machado@carenet.com.br::6a464eb2-c6e8-49f7-82d9-ccab187b2ef1" providerId="AD" clId="Web-{42DD2A5F-3451-412F-4A79-52019D443624}" dt="2026-01-15T12:27:30.789" v="48"/>
        <pc:sldMkLst>
          <pc:docMk/>
          <pc:sldMk cId="1321933157" sldId="277"/>
        </pc:sldMkLst>
      </pc:sldChg>
      <pc:sldChg chg="del">
        <pc:chgData name="Michelle" userId="S::michelle.machado@carenet.com.br::6a464eb2-c6e8-49f7-82d9-ccab187b2ef1" providerId="AD" clId="Web-{42DD2A5F-3451-412F-4A79-52019D443624}" dt="2026-01-15T12:27:50.450" v="64"/>
        <pc:sldMkLst>
          <pc:docMk/>
          <pc:sldMk cId="1560948292" sldId="278"/>
        </pc:sldMkLst>
      </pc:sldChg>
      <pc:sldChg chg="del">
        <pc:chgData name="Michelle" userId="S::michelle.machado@carenet.com.br::6a464eb2-c6e8-49f7-82d9-ccab187b2ef1" providerId="AD" clId="Web-{42DD2A5F-3451-412F-4A79-52019D443624}" dt="2026-01-15T12:27:33.930" v="50"/>
        <pc:sldMkLst>
          <pc:docMk/>
          <pc:sldMk cId="3669629781" sldId="279"/>
        </pc:sldMkLst>
      </pc:sldChg>
      <pc:sldChg chg="del">
        <pc:chgData name="Michelle" userId="S::michelle.machado@carenet.com.br::6a464eb2-c6e8-49f7-82d9-ccab187b2ef1" providerId="AD" clId="Web-{42DD2A5F-3451-412F-4A79-52019D443624}" dt="2026-01-15T12:27:35.446" v="51"/>
        <pc:sldMkLst>
          <pc:docMk/>
          <pc:sldMk cId="4084457206" sldId="280"/>
        </pc:sldMkLst>
      </pc:sldChg>
      <pc:sldChg chg="del">
        <pc:chgData name="Michelle" userId="S::michelle.machado@carenet.com.br::6a464eb2-c6e8-49f7-82d9-ccab187b2ef1" providerId="AD" clId="Web-{42DD2A5F-3451-412F-4A79-52019D443624}" dt="2026-01-15T12:27:35.680" v="52"/>
        <pc:sldMkLst>
          <pc:docMk/>
          <pc:sldMk cId="21970538" sldId="281"/>
        </pc:sldMkLst>
      </pc:sldChg>
      <pc:sldChg chg="del">
        <pc:chgData name="Michelle" userId="S::michelle.machado@carenet.com.br::6a464eb2-c6e8-49f7-82d9-ccab187b2ef1" providerId="AD" clId="Web-{42DD2A5F-3451-412F-4A79-52019D443624}" dt="2026-01-15T12:27:36.430" v="53"/>
        <pc:sldMkLst>
          <pc:docMk/>
          <pc:sldMk cId="3938669378" sldId="282"/>
        </pc:sldMkLst>
      </pc:sldChg>
      <pc:sldChg chg="del">
        <pc:chgData name="Michelle" userId="S::michelle.machado@carenet.com.br::6a464eb2-c6e8-49f7-82d9-ccab187b2ef1" providerId="AD" clId="Web-{42DD2A5F-3451-412F-4A79-52019D443624}" dt="2026-01-15T12:27:47.699" v="63"/>
        <pc:sldMkLst>
          <pc:docMk/>
          <pc:sldMk cId="532926478" sldId="283"/>
        </pc:sldMkLst>
      </pc:sldChg>
      <pc:sldChg chg="del">
        <pc:chgData name="Michelle" userId="S::michelle.machado@carenet.com.br::6a464eb2-c6e8-49f7-82d9-ccab187b2ef1" providerId="AD" clId="Web-{42DD2A5F-3451-412F-4A79-52019D443624}" dt="2026-01-15T12:27:40.213" v="56"/>
        <pc:sldMkLst>
          <pc:docMk/>
          <pc:sldMk cId="1609137343" sldId="284"/>
        </pc:sldMkLst>
      </pc:sldChg>
      <pc:sldChg chg="del">
        <pc:chgData name="Michelle" userId="S::michelle.machado@carenet.com.br::6a464eb2-c6e8-49f7-82d9-ccab187b2ef1" providerId="AD" clId="Web-{42DD2A5F-3451-412F-4A79-52019D443624}" dt="2026-01-15T12:27:38.227" v="54"/>
        <pc:sldMkLst>
          <pc:docMk/>
          <pc:sldMk cId="3247056713" sldId="285"/>
        </pc:sldMkLst>
      </pc:sldChg>
      <pc:sldChg chg="del">
        <pc:chgData name="Michelle" userId="S::michelle.machado@carenet.com.br::6a464eb2-c6e8-49f7-82d9-ccab187b2ef1" providerId="AD" clId="Web-{42DD2A5F-3451-412F-4A79-52019D443624}" dt="2026-01-15T12:27:41.807" v="58"/>
        <pc:sldMkLst>
          <pc:docMk/>
          <pc:sldMk cId="4194082308" sldId="286"/>
        </pc:sldMkLst>
      </pc:sldChg>
      <pc:sldChg chg="del">
        <pc:chgData name="Michelle" userId="S::michelle.machado@carenet.com.br::6a464eb2-c6e8-49f7-82d9-ccab187b2ef1" providerId="AD" clId="Web-{42DD2A5F-3451-412F-4A79-52019D443624}" dt="2026-01-15T12:27:45.324" v="61"/>
        <pc:sldMkLst>
          <pc:docMk/>
          <pc:sldMk cId="1062399679" sldId="287"/>
        </pc:sldMkLst>
      </pc:sldChg>
      <pc:sldChg chg="del">
        <pc:chgData name="Michelle" userId="S::michelle.machado@carenet.com.br::6a464eb2-c6e8-49f7-82d9-ccab187b2ef1" providerId="AD" clId="Web-{42DD2A5F-3451-412F-4A79-52019D443624}" dt="2026-01-15T12:27:40.916" v="57"/>
        <pc:sldMkLst>
          <pc:docMk/>
          <pc:sldMk cId="3618413415" sldId="288"/>
        </pc:sldMkLst>
      </pc:sldChg>
      <pc:sldChg chg="del">
        <pc:chgData name="Michelle" userId="S::michelle.machado@carenet.com.br::6a464eb2-c6e8-49f7-82d9-ccab187b2ef1" providerId="AD" clId="Web-{42DD2A5F-3451-412F-4A79-52019D443624}" dt="2026-01-15T12:27:32.211" v="49"/>
        <pc:sldMkLst>
          <pc:docMk/>
          <pc:sldMk cId="3206438481" sldId="289"/>
        </pc:sldMkLst>
      </pc:sldChg>
      <pc:sldChg chg="del">
        <pc:chgData name="Michelle" userId="S::michelle.machado@carenet.com.br::6a464eb2-c6e8-49f7-82d9-ccab187b2ef1" providerId="AD" clId="Web-{42DD2A5F-3451-412F-4A79-52019D443624}" dt="2026-01-15T12:27:39.134" v="55"/>
        <pc:sldMkLst>
          <pc:docMk/>
          <pc:sldMk cId="3408397326" sldId="290"/>
        </pc:sldMkLst>
      </pc:sldChg>
      <pc:sldChg chg="del">
        <pc:chgData name="Michelle" userId="S::michelle.machado@carenet.com.br::6a464eb2-c6e8-49f7-82d9-ccab187b2ef1" providerId="AD" clId="Web-{42DD2A5F-3451-412F-4A79-52019D443624}" dt="2026-01-15T12:27:43.651" v="60"/>
        <pc:sldMkLst>
          <pc:docMk/>
          <pc:sldMk cId="4140825263" sldId="291"/>
        </pc:sldMkLst>
      </pc:sldChg>
      <pc:sldChg chg="del">
        <pc:chgData name="Michelle" userId="S::michelle.machado@carenet.com.br::6a464eb2-c6e8-49f7-82d9-ccab187b2ef1" providerId="AD" clId="Web-{42DD2A5F-3451-412F-4A79-52019D443624}" dt="2026-01-15T12:27:46.511" v="62"/>
        <pc:sldMkLst>
          <pc:docMk/>
          <pc:sldMk cId="1251586234" sldId="292"/>
        </pc:sldMkLst>
      </pc:sldChg>
      <pc:sldChg chg="del">
        <pc:chgData name="Michelle" userId="S::michelle.machado@carenet.com.br::6a464eb2-c6e8-49f7-82d9-ccab187b2ef1" providerId="AD" clId="Web-{42DD2A5F-3451-412F-4A79-52019D443624}" dt="2026-01-15T12:27:42.807" v="59"/>
        <pc:sldMkLst>
          <pc:docMk/>
          <pc:sldMk cId="3590787543" sldId="293"/>
        </pc:sldMkLst>
      </pc:sldChg>
      <pc:sldChg chg="del">
        <pc:chgData name="Michelle" userId="S::michelle.machado@carenet.com.br::6a464eb2-c6e8-49f7-82d9-ccab187b2ef1" providerId="AD" clId="Web-{42DD2A5F-3451-412F-4A79-52019D443624}" dt="2026-01-15T12:26:47.928" v="37"/>
        <pc:sldMkLst>
          <pc:docMk/>
          <pc:sldMk cId="1966576349" sldId="294"/>
        </pc:sldMkLst>
      </pc:sldChg>
      <pc:sldChg chg="modSp add replId">
        <pc:chgData name="Michelle" userId="S::michelle.machado@carenet.com.br::6a464eb2-c6e8-49f7-82d9-ccab187b2ef1" providerId="AD" clId="Web-{42DD2A5F-3451-412F-4A79-52019D443624}" dt="2026-01-15T12:27:09.257" v="43" actId="20577"/>
        <pc:sldMkLst>
          <pc:docMk/>
          <pc:sldMk cId="2773022516" sldId="296"/>
        </pc:sldMkLst>
        <pc:spChg chg="mod">
          <ac:chgData name="Michelle" userId="S::michelle.machado@carenet.com.br::6a464eb2-c6e8-49f7-82d9-ccab187b2ef1" providerId="AD" clId="Web-{42DD2A5F-3451-412F-4A79-52019D443624}" dt="2026-01-15T12:27:09.257" v="43" actId="20577"/>
          <ac:spMkLst>
            <pc:docMk/>
            <pc:sldMk cId="2773022516" sldId="296"/>
            <ac:spMk id="926" creationId="{F9127D0E-F78D-8218-57B3-AA5CD4367846}"/>
          </ac:spMkLst>
        </pc:spChg>
      </pc:sldChg>
      <pc:sldChg chg="modSp add replId">
        <pc:chgData name="Michelle" userId="S::michelle.machado@carenet.com.br::6a464eb2-c6e8-49f7-82d9-ccab187b2ef1" providerId="AD" clId="Web-{42DD2A5F-3451-412F-4A79-52019D443624}" dt="2026-01-15T12:27:29.383" v="47" actId="20577"/>
        <pc:sldMkLst>
          <pc:docMk/>
          <pc:sldMk cId="2325895505" sldId="297"/>
        </pc:sldMkLst>
        <pc:spChg chg="mod">
          <ac:chgData name="Michelle" userId="S::michelle.machado@carenet.com.br::6a464eb2-c6e8-49f7-82d9-ccab187b2ef1" providerId="AD" clId="Web-{42DD2A5F-3451-412F-4A79-52019D443624}" dt="2026-01-15T12:27:29.383" v="47" actId="20577"/>
          <ac:spMkLst>
            <pc:docMk/>
            <pc:sldMk cId="2325895505" sldId="297"/>
            <ac:spMk id="926" creationId="{D77CF1C0-333D-19A8-E14D-A77EF0D9E3D6}"/>
          </ac:spMkLst>
        </pc:spChg>
      </pc:sldChg>
    </pc:docChg>
  </pc:docChgLst>
  <pc:docChgLst>
    <pc:chgData name="Eliel" userId="S::eliel.santos@carenet.com.br::0778a8b9-47fe-481f-b024-23c6e7ae7042" providerId="AD" clId="Web-{57C799EB-D625-B31F-001F-408F625B17EB}"/>
    <pc:docChg chg="modSld sldOrd">
      <pc:chgData name="Eliel" userId="S::eliel.santos@carenet.com.br::0778a8b9-47fe-481f-b024-23c6e7ae7042" providerId="AD" clId="Web-{57C799EB-D625-B31F-001F-408F625B17EB}" dt="2026-01-16T17:24:56.696" v="474" actId="20577"/>
      <pc:docMkLst>
        <pc:docMk/>
      </pc:docMkLst>
      <pc:sldChg chg="modSp">
        <pc:chgData name="Eliel" userId="S::eliel.santos@carenet.com.br::0778a8b9-47fe-481f-b024-23c6e7ae7042" providerId="AD" clId="Web-{57C799EB-D625-B31F-001F-408F625B17EB}" dt="2026-01-16T12:54:45.821" v="115" actId="1076"/>
        <pc:sldMkLst>
          <pc:docMk/>
          <pc:sldMk cId="4238129772" sldId="298"/>
        </pc:sldMkLst>
        <pc:spChg chg="mod">
          <ac:chgData name="Eliel" userId="S::eliel.santos@carenet.com.br::0778a8b9-47fe-481f-b024-23c6e7ae7042" providerId="AD" clId="Web-{57C799EB-D625-B31F-001F-408F625B17EB}" dt="2026-01-16T12:45:40.521" v="46" actId="20577"/>
          <ac:spMkLst>
            <pc:docMk/>
            <pc:sldMk cId="4238129772" sldId="298"/>
            <ac:spMk id="941" creationId="{D6044BB1-B7AA-4364-378E-2AE1E5D63732}"/>
          </ac:spMkLst>
        </pc:spChg>
        <pc:spChg chg="mod">
          <ac:chgData name="Eliel" userId="S::eliel.santos@carenet.com.br::0778a8b9-47fe-481f-b024-23c6e7ae7042" providerId="AD" clId="Web-{57C799EB-D625-B31F-001F-408F625B17EB}" dt="2026-01-16T12:46:19.061" v="52" actId="1076"/>
          <ac:spMkLst>
            <pc:docMk/>
            <pc:sldMk cId="4238129772" sldId="298"/>
            <ac:spMk id="942" creationId="{0B81254A-8E84-AF7C-7807-CEB84ACD98C8}"/>
          </ac:spMkLst>
        </pc:spChg>
        <pc:spChg chg="mod">
          <ac:chgData name="Eliel" userId="S::eliel.santos@carenet.com.br::0778a8b9-47fe-481f-b024-23c6e7ae7042" providerId="AD" clId="Web-{57C799EB-D625-B31F-001F-408F625B17EB}" dt="2026-01-16T12:51:57.519" v="54" actId="20577"/>
          <ac:spMkLst>
            <pc:docMk/>
            <pc:sldMk cId="4238129772" sldId="298"/>
            <ac:spMk id="943" creationId="{A03D627F-D07E-2827-B538-6A7FB20376AD}"/>
          </ac:spMkLst>
        </pc:spChg>
        <pc:spChg chg="mod">
          <ac:chgData name="Eliel" userId="S::eliel.santos@carenet.com.br::0778a8b9-47fe-481f-b024-23c6e7ae7042" providerId="AD" clId="Web-{57C799EB-D625-B31F-001F-408F625B17EB}" dt="2026-01-16T12:53:59.226" v="107" actId="14100"/>
          <ac:spMkLst>
            <pc:docMk/>
            <pc:sldMk cId="4238129772" sldId="298"/>
            <ac:spMk id="944" creationId="{AF3B2AA9-B943-5D19-A33A-CF25B6607630}"/>
          </ac:spMkLst>
        </pc:spChg>
        <pc:spChg chg="mod">
          <ac:chgData name="Eliel" userId="S::eliel.santos@carenet.com.br::0778a8b9-47fe-481f-b024-23c6e7ae7042" providerId="AD" clId="Web-{57C799EB-D625-B31F-001F-408F625B17EB}" dt="2026-01-16T12:46:10.482" v="51" actId="1076"/>
          <ac:spMkLst>
            <pc:docMk/>
            <pc:sldMk cId="4238129772" sldId="298"/>
            <ac:spMk id="946" creationId="{CE4B8CF8-D9EA-F11E-9C30-89D8911A2FED}"/>
          </ac:spMkLst>
        </pc:spChg>
        <pc:spChg chg="mod">
          <ac:chgData name="Eliel" userId="S::eliel.santos@carenet.com.br::0778a8b9-47fe-481f-b024-23c6e7ae7042" providerId="AD" clId="Web-{57C799EB-D625-B31F-001F-408F625B17EB}" dt="2026-01-16T12:54:45.821" v="115" actId="1076"/>
          <ac:spMkLst>
            <pc:docMk/>
            <pc:sldMk cId="4238129772" sldId="298"/>
            <ac:spMk id="947" creationId="{EA638E12-0776-62B5-0A7C-D3C2E82293BA}"/>
          </ac:spMkLst>
        </pc:spChg>
      </pc:sldChg>
      <pc:sldChg chg="addSp delSp modSp">
        <pc:chgData name="Eliel" userId="S::eliel.santos@carenet.com.br::0778a8b9-47fe-481f-b024-23c6e7ae7042" providerId="AD" clId="Web-{57C799EB-D625-B31F-001F-408F625B17EB}" dt="2026-01-16T17:24:56.696" v="474" actId="20577"/>
        <pc:sldMkLst>
          <pc:docMk/>
          <pc:sldMk cId="3782356087" sldId="299"/>
        </pc:sldMkLst>
        <pc:spChg chg="add del">
          <ac:chgData name="Eliel" userId="S::eliel.santos@carenet.com.br::0778a8b9-47fe-481f-b024-23c6e7ae7042" providerId="AD" clId="Web-{57C799EB-D625-B31F-001F-408F625B17EB}" dt="2026-01-16T12:59:32.183" v="135"/>
          <ac:spMkLst>
            <pc:docMk/>
            <pc:sldMk cId="3782356087" sldId="299"/>
            <ac:spMk id="2" creationId="{F92C299B-F2F5-5E21-42C2-827ED64A4B88}"/>
          </ac:spMkLst>
        </pc:spChg>
        <pc:spChg chg="add mod">
          <ac:chgData name="Eliel" userId="S::eliel.santos@carenet.com.br::0778a8b9-47fe-481f-b024-23c6e7ae7042" providerId="AD" clId="Web-{57C799EB-D625-B31F-001F-408F625B17EB}" dt="2026-01-16T17:20:25.428" v="322" actId="1076"/>
          <ac:spMkLst>
            <pc:docMk/>
            <pc:sldMk cId="3782356087" sldId="299"/>
            <ac:spMk id="3" creationId="{2211A779-C647-BC3B-D749-32857161D638}"/>
          </ac:spMkLst>
        </pc:spChg>
        <pc:spChg chg="add del mod">
          <ac:chgData name="Eliel" userId="S::eliel.santos@carenet.com.br::0778a8b9-47fe-481f-b024-23c6e7ae7042" providerId="AD" clId="Web-{57C799EB-D625-B31F-001F-408F625B17EB}" dt="2026-01-16T17:20:26.599" v="324"/>
          <ac:spMkLst>
            <pc:docMk/>
            <pc:sldMk cId="3782356087" sldId="299"/>
            <ac:spMk id="4" creationId="{3D91B3FC-1AFC-B404-C227-64CB63851855}"/>
          </ac:spMkLst>
        </pc:spChg>
        <pc:spChg chg="add del">
          <ac:chgData name="Eliel" userId="S::eliel.santos@carenet.com.br::0778a8b9-47fe-481f-b024-23c6e7ae7042" providerId="AD" clId="Web-{57C799EB-D625-B31F-001F-408F625B17EB}" dt="2026-01-16T13:02:12.730" v="266"/>
          <ac:spMkLst>
            <pc:docMk/>
            <pc:sldMk cId="3782356087" sldId="299"/>
            <ac:spMk id="4" creationId="{5F794630-A4D5-90DD-C6F8-9CB81E9C23D2}"/>
          </ac:spMkLst>
        </pc:spChg>
        <pc:spChg chg="add mod">
          <ac:chgData name="Eliel" userId="S::eliel.santos@carenet.com.br::0778a8b9-47fe-481f-b024-23c6e7ae7042" providerId="AD" clId="Web-{57C799EB-D625-B31F-001F-408F625B17EB}" dt="2026-01-16T17:20:25.428" v="321" actId="1076"/>
          <ac:spMkLst>
            <pc:docMk/>
            <pc:sldMk cId="3782356087" sldId="299"/>
            <ac:spMk id="5" creationId="{3107787B-5B76-F3FD-F8D5-9F9ECD5613CD}"/>
          </ac:spMkLst>
        </pc:spChg>
        <pc:spChg chg="add mod">
          <ac:chgData name="Eliel" userId="S::eliel.santos@carenet.com.br::0778a8b9-47fe-481f-b024-23c6e7ae7042" providerId="AD" clId="Web-{57C799EB-D625-B31F-001F-408F625B17EB}" dt="2026-01-16T13:21:39.380" v="309" actId="1076"/>
          <ac:spMkLst>
            <pc:docMk/>
            <pc:sldMk cId="3782356087" sldId="299"/>
            <ac:spMk id="7" creationId="{238D918D-79D1-4279-85E6-500B7FEA226F}"/>
          </ac:spMkLst>
        </pc:spChg>
        <pc:spChg chg="mod">
          <ac:chgData name="Eliel" userId="S::eliel.santos@carenet.com.br::0778a8b9-47fe-481f-b024-23c6e7ae7042" providerId="AD" clId="Web-{57C799EB-D625-B31F-001F-408F625B17EB}" dt="2026-01-16T13:17:33.455" v="303" actId="20577"/>
          <ac:spMkLst>
            <pc:docMk/>
            <pc:sldMk cId="3782356087" sldId="299"/>
            <ac:spMk id="988" creationId="{83C8BF9B-4644-CE89-0D62-3902F4E88F4A}"/>
          </ac:spMkLst>
        </pc:spChg>
        <pc:spChg chg="add del mod">
          <ac:chgData name="Eliel" userId="S::eliel.santos@carenet.com.br::0778a8b9-47fe-481f-b024-23c6e7ae7042" providerId="AD" clId="Web-{57C799EB-D625-B31F-001F-408F625B17EB}" dt="2026-01-16T17:24:56.696" v="474" actId="20577"/>
          <ac:spMkLst>
            <pc:docMk/>
            <pc:sldMk cId="3782356087" sldId="299"/>
            <ac:spMk id="990" creationId="{EDEC0A6D-0A0B-D3D8-2B3F-DCA195AC8EE7}"/>
          </ac:spMkLst>
        </pc:spChg>
      </pc:sldChg>
      <pc:sldChg chg="addSp modSp ord">
        <pc:chgData name="Eliel" userId="S::eliel.santos@carenet.com.br::0778a8b9-47fe-481f-b024-23c6e7ae7042" providerId="AD" clId="Web-{57C799EB-D625-B31F-001F-408F625B17EB}" dt="2026-01-16T13:21:28.005" v="307" actId="1076"/>
        <pc:sldMkLst>
          <pc:docMk/>
          <pc:sldMk cId="1523311596" sldId="300"/>
        </pc:sldMkLst>
        <pc:spChg chg="mod">
          <ac:chgData name="Eliel" userId="S::eliel.santos@carenet.com.br::0778a8b9-47fe-481f-b024-23c6e7ae7042" providerId="AD" clId="Web-{57C799EB-D625-B31F-001F-408F625B17EB}" dt="2026-01-16T13:21:22.004" v="305" actId="14100"/>
          <ac:spMkLst>
            <pc:docMk/>
            <pc:sldMk cId="1523311596" sldId="300"/>
            <ac:spMk id="3" creationId="{54D2F741-DA55-9BC1-6F8B-4FE4FFFD15CD}"/>
          </ac:spMkLst>
        </pc:spChg>
        <pc:spChg chg="add mod">
          <ac:chgData name="Eliel" userId="S::eliel.santos@carenet.com.br::0778a8b9-47fe-481f-b024-23c6e7ae7042" providerId="AD" clId="Web-{57C799EB-D625-B31F-001F-408F625B17EB}" dt="2026-01-16T13:21:28.005" v="307" actId="1076"/>
          <ac:spMkLst>
            <pc:docMk/>
            <pc:sldMk cId="1523311596" sldId="300"/>
            <ac:spMk id="4" creationId="{25BF6A0A-0E53-E8D8-98C4-8D38441DCF46}"/>
          </ac:spMkLst>
        </pc:spChg>
      </pc:sldChg>
    </pc:docChg>
  </pc:docChgLst>
  <pc:docChgLst>
    <pc:chgData name="Dilson" userId="S::dilson.alves@carenet.com.br::fb532cdb-8361-4860-b3fe-5631b027488d" providerId="AD" clId="Web-{A95D3CC6-0A63-0FB3-B17C-EC59AD0CD547}"/>
    <pc:docChg chg="addSld modSld">
      <pc:chgData name="Dilson" userId="S::dilson.alves@carenet.com.br::fb532cdb-8361-4860-b3fe-5631b027488d" providerId="AD" clId="Web-{A95D3CC6-0A63-0FB3-B17C-EC59AD0CD547}" dt="2026-01-16T16:36:10.458" v="368" actId="1076"/>
      <pc:docMkLst>
        <pc:docMk/>
      </pc:docMkLst>
      <pc:sldChg chg="delSp modSp">
        <pc:chgData name="Dilson" userId="S::dilson.alves@carenet.com.br::fb532cdb-8361-4860-b3fe-5631b027488d" providerId="AD" clId="Web-{A95D3CC6-0A63-0FB3-B17C-EC59AD0CD547}" dt="2026-01-16T16:17:36.234" v="21" actId="1076"/>
        <pc:sldMkLst>
          <pc:docMk/>
          <pc:sldMk cId="580419263" sldId="301"/>
        </pc:sldMkLst>
        <pc:spChg chg="mod">
          <ac:chgData name="Dilson" userId="S::dilson.alves@carenet.com.br::fb532cdb-8361-4860-b3fe-5631b027488d" providerId="AD" clId="Web-{A95D3CC6-0A63-0FB3-B17C-EC59AD0CD547}" dt="2026-01-16T16:17:36.234" v="21" actId="1076"/>
          <ac:spMkLst>
            <pc:docMk/>
            <pc:sldMk cId="580419263" sldId="301"/>
            <ac:spMk id="5" creationId="{1CE62C5D-E44D-76FE-7E34-2394237CFAE8}"/>
          </ac:spMkLst>
        </pc:spChg>
        <pc:spChg chg="del mod">
          <ac:chgData name="Dilson" userId="S::dilson.alves@carenet.com.br::fb532cdb-8361-4860-b3fe-5631b027488d" providerId="AD" clId="Web-{A95D3CC6-0A63-0FB3-B17C-EC59AD0CD547}" dt="2026-01-16T16:17:26.406" v="19"/>
          <ac:spMkLst>
            <pc:docMk/>
            <pc:sldMk cId="580419263" sldId="301"/>
            <ac:spMk id="7" creationId="{74CDC4A0-12B2-BDCC-8E7A-AA562386D731}"/>
          </ac:spMkLst>
        </pc:spChg>
      </pc:sldChg>
      <pc:sldChg chg="addSp delSp modSp">
        <pc:chgData name="Dilson" userId="S::dilson.alves@carenet.com.br::fb532cdb-8361-4860-b3fe-5631b027488d" providerId="AD" clId="Web-{A95D3CC6-0A63-0FB3-B17C-EC59AD0CD547}" dt="2026-01-16T16:32:44.918" v="238" actId="20577"/>
        <pc:sldMkLst>
          <pc:docMk/>
          <pc:sldMk cId="2697705848" sldId="305"/>
        </pc:sldMkLst>
        <pc:spChg chg="add mod">
          <ac:chgData name="Dilson" userId="S::dilson.alves@carenet.com.br::fb532cdb-8361-4860-b3fe-5631b027488d" providerId="AD" clId="Web-{A95D3CC6-0A63-0FB3-B17C-EC59AD0CD547}" dt="2026-01-16T16:32:44.918" v="238" actId="20577"/>
          <ac:spMkLst>
            <pc:docMk/>
            <pc:sldMk cId="2697705848" sldId="305"/>
            <ac:spMk id="3" creationId="{049CE689-F473-CE63-84AD-D40951BB959E}"/>
          </ac:spMkLst>
        </pc:spChg>
        <pc:spChg chg="mod">
          <ac:chgData name="Dilson" userId="S::dilson.alves@carenet.com.br::fb532cdb-8361-4860-b3fe-5631b027488d" providerId="AD" clId="Web-{A95D3CC6-0A63-0FB3-B17C-EC59AD0CD547}" dt="2026-01-16T16:30:41.118" v="91" actId="20577"/>
          <ac:spMkLst>
            <pc:docMk/>
            <pc:sldMk cId="2697705848" sldId="305"/>
            <ac:spMk id="5" creationId="{2610B1AE-330B-50E7-2E57-3304E5FE8756}"/>
          </ac:spMkLst>
        </pc:spChg>
        <pc:spChg chg="del mod">
          <ac:chgData name="Dilson" userId="S::dilson.alves@carenet.com.br::fb532cdb-8361-4860-b3fe-5631b027488d" providerId="AD" clId="Web-{A95D3CC6-0A63-0FB3-B17C-EC59AD0CD547}" dt="2026-01-16T16:16:48.749" v="8"/>
          <ac:spMkLst>
            <pc:docMk/>
            <pc:sldMk cId="2697705848" sldId="305"/>
            <ac:spMk id="7" creationId="{A6BAA567-CC31-7532-B241-76D033B1B3FA}"/>
          </ac:spMkLst>
        </pc:spChg>
      </pc:sldChg>
      <pc:sldChg chg="add replId">
        <pc:chgData name="Dilson" userId="S::dilson.alves@carenet.com.br::fb532cdb-8361-4860-b3fe-5631b027488d" providerId="AD" clId="Web-{A95D3CC6-0A63-0FB3-B17C-EC59AD0CD547}" dt="2026-01-16T16:29:04.274" v="23"/>
        <pc:sldMkLst>
          <pc:docMk/>
          <pc:sldMk cId="2085166908" sldId="306"/>
        </pc:sldMkLst>
      </pc:sldChg>
      <pc:sldChg chg="modSp add replId">
        <pc:chgData name="Dilson" userId="S::dilson.alves@carenet.com.br::fb532cdb-8361-4860-b3fe-5631b027488d" providerId="AD" clId="Web-{A95D3CC6-0A63-0FB3-B17C-EC59AD0CD547}" dt="2026-01-16T16:36:10.458" v="368" actId="1076"/>
        <pc:sldMkLst>
          <pc:docMk/>
          <pc:sldMk cId="3662514416" sldId="307"/>
        </pc:sldMkLst>
        <pc:spChg chg="mod">
          <ac:chgData name="Dilson" userId="S::dilson.alves@carenet.com.br::fb532cdb-8361-4860-b3fe-5631b027488d" providerId="AD" clId="Web-{A95D3CC6-0A63-0FB3-B17C-EC59AD0CD547}" dt="2026-01-16T16:36:10.458" v="368" actId="1076"/>
          <ac:spMkLst>
            <pc:docMk/>
            <pc:sldMk cId="3662514416" sldId="307"/>
            <ac:spMk id="3" creationId="{602CB2FB-2687-200D-05D2-7A469BD1AC49}"/>
          </ac:spMkLst>
        </pc:spChg>
        <pc:spChg chg="mod">
          <ac:chgData name="Dilson" userId="S::dilson.alves@carenet.com.br::fb532cdb-8361-4860-b3fe-5631b027488d" providerId="AD" clId="Web-{A95D3CC6-0A63-0FB3-B17C-EC59AD0CD547}" dt="2026-01-16T16:32:04.323" v="184" actId="20577"/>
          <ac:spMkLst>
            <pc:docMk/>
            <pc:sldMk cId="3662514416" sldId="307"/>
            <ac:spMk id="5" creationId="{42EA93EA-EC0A-F4B2-1F3D-C2D658AE02D4}"/>
          </ac:spMkLst>
        </pc:spChg>
      </pc:sldChg>
      <pc:sldChg chg="add replId">
        <pc:chgData name="Dilson" userId="S::dilson.alves@carenet.com.br::fb532cdb-8361-4860-b3fe-5631b027488d" providerId="AD" clId="Web-{A95D3CC6-0A63-0FB3-B17C-EC59AD0CD547}" dt="2026-01-16T16:32:01.230" v="179"/>
        <pc:sldMkLst>
          <pc:docMk/>
          <pc:sldMk cId="1636184661" sldId="308"/>
        </pc:sldMkLst>
      </pc:sldChg>
    </pc:docChg>
  </pc:docChgLst>
  <pc:docChgLst>
    <pc:chgData name="Dilson" userId="S::dilson.alves@carenet.com.br::fb532cdb-8361-4860-b3fe-5631b027488d" providerId="AD" clId="Web-{70484139-380A-B60D-665D-F650D5ECDB64}"/>
    <pc:docChg chg="addSld modSld">
      <pc:chgData name="Dilson" userId="S::dilson.alves@carenet.com.br::fb532cdb-8361-4860-b3fe-5631b027488d" providerId="AD" clId="Web-{70484139-380A-B60D-665D-F650D5ECDB64}" dt="2026-01-16T16:14:47.121" v="16"/>
      <pc:docMkLst>
        <pc:docMk/>
      </pc:docMkLst>
      <pc:sldChg chg="addSp delSp modSp add replId">
        <pc:chgData name="Dilson" userId="S::dilson.alves@carenet.com.br::fb532cdb-8361-4860-b3fe-5631b027488d" providerId="AD" clId="Web-{70484139-380A-B60D-665D-F650D5ECDB64}" dt="2026-01-16T16:13:27.884" v="14" actId="1076"/>
        <pc:sldMkLst>
          <pc:docMk/>
          <pc:sldMk cId="580419263" sldId="301"/>
        </pc:sldMkLst>
        <pc:spChg chg="add del mod">
          <ac:chgData name="Dilson" userId="S::dilson.alves@carenet.com.br::fb532cdb-8361-4860-b3fe-5631b027488d" providerId="AD" clId="Web-{70484139-380A-B60D-665D-F650D5ECDB64}" dt="2026-01-16T16:12:50.585" v="8"/>
          <ac:spMkLst>
            <pc:docMk/>
            <pc:sldMk cId="580419263" sldId="301"/>
            <ac:spMk id="3" creationId="{BDAEEFE7-F461-AD58-405E-178DE12CFD09}"/>
          </ac:spMkLst>
        </pc:spChg>
        <pc:spChg chg="add mod">
          <ac:chgData name="Dilson" userId="S::dilson.alves@carenet.com.br::fb532cdb-8361-4860-b3fe-5631b027488d" providerId="AD" clId="Web-{70484139-380A-B60D-665D-F650D5ECDB64}" dt="2026-01-16T16:13:27.884" v="14" actId="1076"/>
          <ac:spMkLst>
            <pc:docMk/>
            <pc:sldMk cId="580419263" sldId="301"/>
            <ac:spMk id="5" creationId="{1CE62C5D-E44D-76FE-7E34-2394237CFAE8}"/>
          </ac:spMkLst>
        </pc:spChg>
        <pc:spChg chg="add mod">
          <ac:chgData name="Dilson" userId="S::dilson.alves@carenet.com.br::fb532cdb-8361-4860-b3fe-5631b027488d" providerId="AD" clId="Web-{70484139-380A-B60D-665D-F650D5ECDB64}" dt="2026-01-16T16:13:27.649" v="13"/>
          <ac:spMkLst>
            <pc:docMk/>
            <pc:sldMk cId="580419263" sldId="301"/>
            <ac:spMk id="7" creationId="{74CDC4A0-12B2-BDCC-8E7A-AA562386D731}"/>
          </ac:spMkLst>
        </pc:spChg>
        <pc:spChg chg="del">
          <ac:chgData name="Dilson" userId="S::dilson.alves@carenet.com.br::fb532cdb-8361-4860-b3fe-5631b027488d" providerId="AD" clId="Web-{70484139-380A-B60D-665D-F650D5ECDB64}" dt="2026-01-16T16:13:27.649" v="13"/>
          <ac:spMkLst>
            <pc:docMk/>
            <pc:sldMk cId="580419263" sldId="301"/>
            <ac:spMk id="926" creationId="{8CDD81C0-E35E-0922-1D5A-DC3D7B268337}"/>
          </ac:spMkLst>
        </pc:spChg>
        <pc:picChg chg="add mod">
          <ac:chgData name="Dilson" userId="S::dilson.alves@carenet.com.br::fb532cdb-8361-4860-b3fe-5631b027488d" providerId="AD" clId="Web-{70484139-380A-B60D-665D-F650D5ECDB64}" dt="2026-01-16T12:58:47.628" v="4" actId="14100"/>
          <ac:picMkLst>
            <pc:docMk/>
            <pc:sldMk cId="580419263" sldId="301"/>
            <ac:picMk id="2" creationId="{D7D1097D-C50B-17CD-EE0B-BD150566F303}"/>
          </ac:picMkLst>
        </pc:picChg>
      </pc:sldChg>
      <pc:sldChg chg="delSp add replId">
        <pc:chgData name="Dilson" userId="S::dilson.alves@carenet.com.br::fb532cdb-8361-4860-b3fe-5631b027488d" providerId="AD" clId="Web-{70484139-380A-B60D-665D-F650D5ECDB64}" dt="2026-01-16T16:14:47.121" v="16"/>
        <pc:sldMkLst>
          <pc:docMk/>
          <pc:sldMk cId="2697705848" sldId="305"/>
        </pc:sldMkLst>
        <pc:picChg chg="del">
          <ac:chgData name="Dilson" userId="S::dilson.alves@carenet.com.br::fb532cdb-8361-4860-b3fe-5631b027488d" providerId="AD" clId="Web-{70484139-380A-B60D-665D-F650D5ECDB64}" dt="2026-01-16T16:14:47.121" v="16"/>
          <ac:picMkLst>
            <pc:docMk/>
            <pc:sldMk cId="2697705848" sldId="305"/>
            <ac:picMk id="2" creationId="{CFA93E61-5917-3DF5-B772-CA4C7FD452A6}"/>
          </ac:picMkLst>
        </pc:picChg>
      </pc:sldChg>
    </pc:docChg>
  </pc:docChgLst>
  <pc:docChgLst>
    <pc:chgData name="Eliel" userId="S::eliel.santos@carenet.com.br::0778a8b9-47fe-481f-b024-23c6e7ae7042" providerId="AD" clId="Web-{0BBA59E7-EEFF-47D5-AE13-7001F658BCD1}"/>
    <pc:docChg chg="addSld delSld modSld sldOrd">
      <pc:chgData name="Eliel" userId="S::eliel.santos@carenet.com.br::0778a8b9-47fe-481f-b024-23c6e7ae7042" providerId="AD" clId="Web-{0BBA59E7-EEFF-47D5-AE13-7001F658BCD1}" dt="2026-01-15T13:46:47.996" v="507" actId="1076"/>
      <pc:docMkLst>
        <pc:docMk/>
      </pc:docMkLst>
      <pc:sldChg chg="addSp delSp modSp">
        <pc:chgData name="Eliel" userId="S::eliel.santos@carenet.com.br::0778a8b9-47fe-481f-b024-23c6e7ae7042" providerId="AD" clId="Web-{0BBA59E7-EEFF-47D5-AE13-7001F658BCD1}" dt="2026-01-15T13:22:12.957" v="38" actId="20577"/>
        <pc:sldMkLst>
          <pc:docMk/>
          <pc:sldMk cId="0" sldId="262"/>
        </pc:sldMkLst>
        <pc:spChg chg="add mod">
          <ac:chgData name="Eliel" userId="S::eliel.santos@carenet.com.br::0778a8b9-47fe-481f-b024-23c6e7ae7042" providerId="AD" clId="Web-{0BBA59E7-EEFF-47D5-AE13-7001F658BCD1}" dt="2026-01-15T13:21:09.659" v="32" actId="20577"/>
          <ac:spMkLst>
            <pc:docMk/>
            <pc:sldMk cId="0" sldId="262"/>
            <ac:spMk id="3" creationId="{33879ABC-79F5-F761-3674-531A5B01D1DD}"/>
          </ac:spMkLst>
        </pc:spChg>
        <pc:spChg chg="del">
          <ac:chgData name="Eliel" userId="S::eliel.santos@carenet.com.br::0778a8b9-47fe-481f-b024-23c6e7ae7042" providerId="AD" clId="Web-{0BBA59E7-EEFF-47D5-AE13-7001F658BCD1}" dt="2026-01-15T13:21:02.300" v="22"/>
          <ac:spMkLst>
            <pc:docMk/>
            <pc:sldMk cId="0" sldId="262"/>
            <ac:spMk id="941" creationId="{00000000-0000-0000-0000-000000000000}"/>
          </ac:spMkLst>
        </pc:spChg>
        <pc:spChg chg="mod">
          <ac:chgData name="Eliel" userId="S::eliel.santos@carenet.com.br::0778a8b9-47fe-481f-b024-23c6e7ae7042" providerId="AD" clId="Web-{0BBA59E7-EEFF-47D5-AE13-7001F658BCD1}" dt="2026-01-15T13:22:12.957" v="38" actId="20577"/>
          <ac:spMkLst>
            <pc:docMk/>
            <pc:sldMk cId="0" sldId="262"/>
            <ac:spMk id="943" creationId="{00000000-0000-0000-0000-000000000000}"/>
          </ac:spMkLst>
        </pc:spChg>
      </pc:sldChg>
      <pc:sldChg chg="delSp modSp add mod replId modShow">
        <pc:chgData name="Eliel" userId="S::eliel.santos@carenet.com.br::0778a8b9-47fe-481f-b024-23c6e7ae7042" providerId="AD" clId="Web-{0BBA59E7-EEFF-47D5-AE13-7001F658BCD1}" dt="2026-01-15T13:25:20.584" v="99" actId="20577"/>
        <pc:sldMkLst>
          <pc:docMk/>
          <pc:sldMk cId="4238129772" sldId="298"/>
        </pc:sldMkLst>
        <pc:spChg chg="del">
          <ac:chgData name="Eliel" userId="S::eliel.santos@carenet.com.br::0778a8b9-47fe-481f-b024-23c6e7ae7042" providerId="AD" clId="Web-{0BBA59E7-EEFF-47D5-AE13-7001F658BCD1}" dt="2026-01-15T13:20:11.830" v="1"/>
          <ac:spMkLst>
            <pc:docMk/>
            <pc:sldMk cId="4238129772" sldId="298"/>
            <ac:spMk id="939" creationId="{07FC0113-B44C-325C-917E-8FB062406F17}"/>
          </ac:spMkLst>
        </pc:spChg>
        <pc:spChg chg="del">
          <ac:chgData name="Eliel" userId="S::eliel.santos@carenet.com.br::0778a8b9-47fe-481f-b024-23c6e7ae7042" providerId="AD" clId="Web-{0BBA59E7-EEFF-47D5-AE13-7001F658BCD1}" dt="2026-01-15T13:20:19.659" v="2"/>
          <ac:spMkLst>
            <pc:docMk/>
            <pc:sldMk cId="4238129772" sldId="298"/>
            <ac:spMk id="940" creationId="{D5BFB4C1-DFBE-5DF1-C06E-B123F9820381}"/>
          </ac:spMkLst>
        </pc:spChg>
        <pc:spChg chg="mod">
          <ac:chgData name="Eliel" userId="S::eliel.santos@carenet.com.br::0778a8b9-47fe-481f-b024-23c6e7ae7042" providerId="AD" clId="Web-{0BBA59E7-EEFF-47D5-AE13-7001F658BCD1}" dt="2026-01-15T13:22:44.270" v="49" actId="20577"/>
          <ac:spMkLst>
            <pc:docMk/>
            <pc:sldMk cId="4238129772" sldId="298"/>
            <ac:spMk id="941" creationId="{D6044BB1-B7AA-4364-378E-2AE1E5D63732}"/>
          </ac:spMkLst>
        </pc:spChg>
        <pc:spChg chg="mod">
          <ac:chgData name="Eliel" userId="S::eliel.santos@carenet.com.br::0778a8b9-47fe-481f-b024-23c6e7ae7042" providerId="AD" clId="Web-{0BBA59E7-EEFF-47D5-AE13-7001F658BCD1}" dt="2026-01-15T13:23:46.193" v="72" actId="20577"/>
          <ac:spMkLst>
            <pc:docMk/>
            <pc:sldMk cId="4238129772" sldId="298"/>
            <ac:spMk id="942" creationId="{0B81254A-8E84-AF7C-7807-CEB84ACD98C8}"/>
          </ac:spMkLst>
        </pc:spChg>
        <pc:spChg chg="mod">
          <ac:chgData name="Eliel" userId="S::eliel.santos@carenet.com.br::0778a8b9-47fe-481f-b024-23c6e7ae7042" providerId="AD" clId="Web-{0BBA59E7-EEFF-47D5-AE13-7001F658BCD1}" dt="2026-01-15T13:23:24.817" v="59" actId="20577"/>
          <ac:spMkLst>
            <pc:docMk/>
            <pc:sldMk cId="4238129772" sldId="298"/>
            <ac:spMk id="943" creationId="{A03D627F-D07E-2827-B538-6A7FB20376AD}"/>
          </ac:spMkLst>
        </pc:spChg>
        <pc:spChg chg="mod">
          <ac:chgData name="Eliel" userId="S::eliel.santos@carenet.com.br::0778a8b9-47fe-481f-b024-23c6e7ae7042" providerId="AD" clId="Web-{0BBA59E7-EEFF-47D5-AE13-7001F658BCD1}" dt="2026-01-15T13:24:44.193" v="92" actId="20577"/>
          <ac:spMkLst>
            <pc:docMk/>
            <pc:sldMk cId="4238129772" sldId="298"/>
            <ac:spMk id="944" creationId="{AF3B2AA9-B943-5D19-A33A-CF25B6607630}"/>
          </ac:spMkLst>
        </pc:spChg>
        <pc:spChg chg="del">
          <ac:chgData name="Eliel" userId="S::eliel.santos@carenet.com.br::0778a8b9-47fe-481f-b024-23c6e7ae7042" providerId="AD" clId="Web-{0BBA59E7-EEFF-47D5-AE13-7001F658BCD1}" dt="2026-01-15T13:20:20.565" v="3"/>
          <ac:spMkLst>
            <pc:docMk/>
            <pc:sldMk cId="4238129772" sldId="298"/>
            <ac:spMk id="945" creationId="{8237AFBB-79E3-F304-FF1A-B300326CEA66}"/>
          </ac:spMkLst>
        </pc:spChg>
        <pc:spChg chg="mod">
          <ac:chgData name="Eliel" userId="S::eliel.santos@carenet.com.br::0778a8b9-47fe-481f-b024-23c6e7ae7042" providerId="AD" clId="Web-{0BBA59E7-EEFF-47D5-AE13-7001F658BCD1}" dt="2026-01-15T13:23:54.896" v="79" actId="20577"/>
          <ac:spMkLst>
            <pc:docMk/>
            <pc:sldMk cId="4238129772" sldId="298"/>
            <ac:spMk id="946" creationId="{CE4B8CF8-D9EA-F11E-9C30-89D8911A2FED}"/>
          </ac:spMkLst>
        </pc:spChg>
        <pc:spChg chg="mod">
          <ac:chgData name="Eliel" userId="S::eliel.santos@carenet.com.br::0778a8b9-47fe-481f-b024-23c6e7ae7042" providerId="AD" clId="Web-{0BBA59E7-EEFF-47D5-AE13-7001F658BCD1}" dt="2026-01-15T13:25:20.584" v="99" actId="20577"/>
          <ac:spMkLst>
            <pc:docMk/>
            <pc:sldMk cId="4238129772" sldId="298"/>
            <ac:spMk id="947" creationId="{EA638E12-0776-62B5-0A7C-D3C2E82293BA}"/>
          </ac:spMkLst>
        </pc:spChg>
        <pc:spChg chg="mod">
          <ac:chgData name="Eliel" userId="S::eliel.santos@carenet.com.br::0778a8b9-47fe-481f-b024-23c6e7ae7042" providerId="AD" clId="Web-{0BBA59E7-EEFF-47D5-AE13-7001F658BCD1}" dt="2026-01-15T13:20:28.878" v="21" actId="20577"/>
          <ac:spMkLst>
            <pc:docMk/>
            <pc:sldMk cId="4238129772" sldId="298"/>
            <ac:spMk id="948" creationId="{B8F13B84-EF1B-4191-96A3-1AB8C8440C2B}"/>
          </ac:spMkLst>
        </pc:spChg>
      </pc:sldChg>
      <pc:sldChg chg="delSp modSp add mod replId modShow">
        <pc:chgData name="Eliel" userId="S::eliel.santos@carenet.com.br::0778a8b9-47fe-481f-b024-23c6e7ae7042" providerId="AD" clId="Web-{0BBA59E7-EEFF-47D5-AE13-7001F658BCD1}" dt="2026-01-15T13:32:08.303" v="342"/>
        <pc:sldMkLst>
          <pc:docMk/>
          <pc:sldMk cId="3782356087" sldId="299"/>
        </pc:sldMkLst>
        <pc:spChg chg="mod">
          <ac:chgData name="Eliel" userId="S::eliel.santos@carenet.com.br::0778a8b9-47fe-481f-b024-23c6e7ae7042" providerId="AD" clId="Web-{0BBA59E7-EEFF-47D5-AE13-7001F658BCD1}" dt="2026-01-15T13:26:07.319" v="124" actId="20577"/>
          <ac:spMkLst>
            <pc:docMk/>
            <pc:sldMk cId="3782356087" sldId="299"/>
            <ac:spMk id="988" creationId="{83C8BF9B-4644-CE89-0D62-3902F4E88F4A}"/>
          </ac:spMkLst>
        </pc:spChg>
        <pc:spChg chg="del">
          <ac:chgData name="Eliel" userId="S::eliel.santos@carenet.com.br::0778a8b9-47fe-481f-b024-23c6e7ae7042" providerId="AD" clId="Web-{0BBA59E7-EEFF-47D5-AE13-7001F658BCD1}" dt="2026-01-15T13:27:58.805" v="317"/>
          <ac:spMkLst>
            <pc:docMk/>
            <pc:sldMk cId="3782356087" sldId="299"/>
            <ac:spMk id="989" creationId="{C3333C09-ABFC-2448-7A7F-058836AB2624}"/>
          </ac:spMkLst>
        </pc:spChg>
        <pc:spChg chg="mod">
          <ac:chgData name="Eliel" userId="S::eliel.santos@carenet.com.br::0778a8b9-47fe-481f-b024-23c6e7ae7042" providerId="AD" clId="Web-{0BBA59E7-EEFF-47D5-AE13-7001F658BCD1}" dt="2026-01-15T13:31:20.833" v="341" actId="20577"/>
          <ac:spMkLst>
            <pc:docMk/>
            <pc:sldMk cId="3782356087" sldId="299"/>
            <ac:spMk id="990" creationId="{EDEC0A6D-0A0B-D3D8-2B3F-DCA195AC8EE7}"/>
          </ac:spMkLst>
        </pc:spChg>
        <pc:spChg chg="del mod">
          <ac:chgData name="Eliel" userId="S::eliel.santos@carenet.com.br::0778a8b9-47fe-481f-b024-23c6e7ae7042" providerId="AD" clId="Web-{0BBA59E7-EEFF-47D5-AE13-7001F658BCD1}" dt="2026-01-15T13:27:49.273" v="316"/>
          <ac:spMkLst>
            <pc:docMk/>
            <pc:sldMk cId="3782356087" sldId="299"/>
            <ac:spMk id="992" creationId="{477737AD-3769-853A-E828-6CF700F47208}"/>
          </ac:spMkLst>
        </pc:spChg>
      </pc:sldChg>
      <pc:sldChg chg="delSp modSp new del ord">
        <pc:chgData name="Eliel" userId="S::eliel.santos@carenet.com.br::0778a8b9-47fe-481f-b024-23c6e7ae7042" providerId="AD" clId="Web-{0BBA59E7-EEFF-47D5-AE13-7001F658BCD1}" dt="2026-01-15T13:35:03.371" v="353"/>
        <pc:sldMkLst>
          <pc:docMk/>
          <pc:sldMk cId="1520745916" sldId="300"/>
        </pc:sldMkLst>
        <pc:spChg chg="del mod">
          <ac:chgData name="Eliel" userId="S::eliel.santos@carenet.com.br::0778a8b9-47fe-481f-b024-23c6e7ae7042" providerId="AD" clId="Web-{0BBA59E7-EEFF-47D5-AE13-7001F658BCD1}" dt="2026-01-15T13:35:01.855" v="352"/>
          <ac:spMkLst>
            <pc:docMk/>
            <pc:sldMk cId="1520745916" sldId="300"/>
            <ac:spMk id="5" creationId="{6C904523-06FF-07B1-0C7A-2D6D265CC59B}"/>
          </ac:spMkLst>
        </pc:spChg>
      </pc:sldChg>
      <pc:sldChg chg="addSp delSp modSp new">
        <pc:chgData name="Eliel" userId="S::eliel.santos@carenet.com.br::0778a8b9-47fe-481f-b024-23c6e7ae7042" providerId="AD" clId="Web-{0BBA59E7-EEFF-47D5-AE13-7001F658BCD1}" dt="2026-01-15T13:46:47.996" v="507" actId="1076"/>
        <pc:sldMkLst>
          <pc:docMk/>
          <pc:sldMk cId="1523311596" sldId="300"/>
        </pc:sldMkLst>
        <pc:spChg chg="del">
          <ac:chgData name="Eliel" userId="S::eliel.santos@carenet.com.br::0778a8b9-47fe-481f-b024-23c6e7ae7042" providerId="AD" clId="Web-{0BBA59E7-EEFF-47D5-AE13-7001F658BCD1}" dt="2026-01-15T13:43:53.284" v="372"/>
          <ac:spMkLst>
            <pc:docMk/>
            <pc:sldMk cId="1523311596" sldId="300"/>
            <ac:spMk id="2" creationId="{A2FCB7D0-C2C5-D630-E918-EF8C83CF951B}"/>
          </ac:spMkLst>
        </pc:spChg>
        <pc:spChg chg="add del mod">
          <ac:chgData name="Eliel" userId="S::eliel.santos@carenet.com.br::0778a8b9-47fe-481f-b024-23c6e7ae7042" providerId="AD" clId="Web-{0BBA59E7-EEFF-47D5-AE13-7001F658BCD1}" dt="2026-01-15T13:46:33.386" v="506" actId="14100"/>
          <ac:spMkLst>
            <pc:docMk/>
            <pc:sldMk cId="1523311596" sldId="300"/>
            <ac:spMk id="3" creationId="{54D2F741-DA55-9BC1-6F8B-4FE4FFFD15CD}"/>
          </ac:spMkLst>
        </pc:spChg>
        <pc:spChg chg="del">
          <ac:chgData name="Eliel" userId="S::eliel.santos@carenet.com.br::0778a8b9-47fe-481f-b024-23c6e7ae7042" providerId="AD" clId="Web-{0BBA59E7-EEFF-47D5-AE13-7001F658BCD1}" dt="2026-01-15T13:43:44.268" v="370"/>
          <ac:spMkLst>
            <pc:docMk/>
            <pc:sldMk cId="1523311596" sldId="300"/>
            <ac:spMk id="4" creationId="{0C925972-C01E-2560-70F4-2F250D66FC01}"/>
          </ac:spMkLst>
        </pc:spChg>
        <pc:spChg chg="del">
          <ac:chgData name="Eliel" userId="S::eliel.santos@carenet.com.br::0778a8b9-47fe-481f-b024-23c6e7ae7042" providerId="AD" clId="Web-{0BBA59E7-EEFF-47D5-AE13-7001F658BCD1}" dt="2026-01-15T13:35:40.278" v="355"/>
          <ac:spMkLst>
            <pc:docMk/>
            <pc:sldMk cId="1523311596" sldId="300"/>
            <ac:spMk id="5" creationId="{555BA3A5-DF10-0550-002E-B8A25991179A}"/>
          </ac:spMkLst>
        </pc:spChg>
        <pc:picChg chg="add mod">
          <ac:chgData name="Eliel" userId="S::eliel.santos@carenet.com.br::0778a8b9-47fe-481f-b024-23c6e7ae7042" providerId="AD" clId="Web-{0BBA59E7-EEFF-47D5-AE13-7001F658BCD1}" dt="2026-01-15T13:46:47.996" v="507" actId="1076"/>
          <ac:picMkLst>
            <pc:docMk/>
            <pc:sldMk cId="1523311596" sldId="300"/>
            <ac:picMk id="6" creationId="{E039937E-F237-218C-7F44-13AB21A1A93D}"/>
          </ac:picMkLst>
        </pc:picChg>
      </pc:sldChg>
    </pc:docChg>
  </pc:docChgLst>
  <pc:docChgLst>
    <pc:chgData name="Jean Pierre Vitorino Benazzi" userId="S::pierre.benazzi@carenet.com.br::eece68f8-a5f6-40be-b687-84050d4161b4" providerId="AD" clId="Web-{800867E3-035D-2B01-F1F1-D7009D1F7723}"/>
    <pc:docChg chg="addSld delSld modSld">
      <pc:chgData name="Jean Pierre Vitorino Benazzi" userId="S::pierre.benazzi@carenet.com.br::eece68f8-a5f6-40be-b687-84050d4161b4" providerId="AD" clId="Web-{800867E3-035D-2B01-F1F1-D7009D1F7723}" dt="2026-01-16T17:37:10.348" v="930" actId="20577"/>
      <pc:docMkLst>
        <pc:docMk/>
      </pc:docMkLst>
      <pc:sldChg chg="delSp">
        <pc:chgData name="Jean Pierre Vitorino Benazzi" userId="S::pierre.benazzi@carenet.com.br::eece68f8-a5f6-40be-b687-84050d4161b4" providerId="AD" clId="Web-{800867E3-035D-2B01-F1F1-D7009D1F7723}" dt="2026-01-16T15:56:16.298" v="0"/>
        <pc:sldMkLst>
          <pc:docMk/>
          <pc:sldMk cId="0" sldId="259"/>
        </pc:sldMkLst>
        <pc:spChg chg="del">
          <ac:chgData name="Jean Pierre Vitorino Benazzi" userId="S::pierre.benazzi@carenet.com.br::eece68f8-a5f6-40be-b687-84050d4161b4" providerId="AD" clId="Web-{800867E3-035D-2B01-F1F1-D7009D1F7723}" dt="2026-01-16T15:56:16.298" v="0"/>
          <ac:spMkLst>
            <pc:docMk/>
            <pc:sldMk cId="0" sldId="259"/>
            <ac:spMk id="5" creationId="{68A034E5-07E0-A0B8-2041-EE73D8E17FAB}"/>
          </ac:spMkLst>
        </pc:spChg>
      </pc:sldChg>
      <pc:sldChg chg="addSp delSp modSp add replId">
        <pc:chgData name="Jean Pierre Vitorino Benazzi" userId="S::pierre.benazzi@carenet.com.br::eece68f8-a5f6-40be-b687-84050d4161b4" providerId="AD" clId="Web-{800867E3-035D-2B01-F1F1-D7009D1F7723}" dt="2026-01-16T17:36:49.332" v="923" actId="20577"/>
        <pc:sldMkLst>
          <pc:docMk/>
          <pc:sldMk cId="3603750102" sldId="302"/>
        </pc:sldMkLst>
        <pc:spChg chg="mod">
          <ac:chgData name="Jean Pierre Vitorino Benazzi" userId="S::pierre.benazzi@carenet.com.br::eece68f8-a5f6-40be-b687-84050d4161b4" providerId="AD" clId="Web-{800867E3-035D-2B01-F1F1-D7009D1F7723}" dt="2026-01-16T17:01:22.282" v="712" actId="20577"/>
          <ac:spMkLst>
            <pc:docMk/>
            <pc:sldMk cId="3603750102" sldId="302"/>
            <ac:spMk id="3" creationId="{0F64E9CD-EC07-63CA-7F13-91C232F09618}"/>
          </ac:spMkLst>
        </pc:spChg>
        <pc:spChg chg="add mod">
          <ac:chgData name="Jean Pierre Vitorino Benazzi" userId="S::pierre.benazzi@carenet.com.br::eece68f8-a5f6-40be-b687-84050d4161b4" providerId="AD" clId="Web-{800867E3-035D-2B01-F1F1-D7009D1F7723}" dt="2026-01-16T17:14:09.813" v="919" actId="20577"/>
          <ac:spMkLst>
            <pc:docMk/>
            <pc:sldMk cId="3603750102" sldId="302"/>
            <ac:spMk id="4" creationId="{D8A921D8-1E68-1C96-2F70-AC94EEA8C028}"/>
          </ac:spMkLst>
        </pc:spChg>
        <pc:spChg chg="del">
          <ac:chgData name="Jean Pierre Vitorino Benazzi" userId="S::pierre.benazzi@carenet.com.br::eece68f8-a5f6-40be-b687-84050d4161b4" providerId="AD" clId="Web-{800867E3-035D-2B01-F1F1-D7009D1F7723}" dt="2026-01-16T15:58:39.798" v="20"/>
          <ac:spMkLst>
            <pc:docMk/>
            <pc:sldMk cId="3603750102" sldId="302"/>
            <ac:spMk id="939" creationId="{B10F9B4E-A2A4-E210-AC0B-89A0804EB029}"/>
          </ac:spMkLst>
        </pc:spChg>
        <pc:spChg chg="del">
          <ac:chgData name="Jean Pierre Vitorino Benazzi" userId="S::pierre.benazzi@carenet.com.br::eece68f8-a5f6-40be-b687-84050d4161b4" providerId="AD" clId="Web-{800867E3-035D-2B01-F1F1-D7009D1F7723}" dt="2026-01-16T15:58:41.642" v="21"/>
          <ac:spMkLst>
            <pc:docMk/>
            <pc:sldMk cId="3603750102" sldId="302"/>
            <ac:spMk id="940" creationId="{BAEB7F21-4635-64C1-4DCE-D3E7A103E68F}"/>
          </ac:spMkLst>
        </pc:spChg>
        <pc:spChg chg="mod">
          <ac:chgData name="Jean Pierre Vitorino Benazzi" userId="S::pierre.benazzi@carenet.com.br::eece68f8-a5f6-40be-b687-84050d4161b4" providerId="AD" clId="Web-{800867E3-035D-2B01-F1F1-D7009D1F7723}" dt="2026-01-16T17:01:30.642" v="715" actId="20577"/>
          <ac:spMkLst>
            <pc:docMk/>
            <pc:sldMk cId="3603750102" sldId="302"/>
            <ac:spMk id="942" creationId="{7AD19106-A00C-1C18-DDB4-BFCA522BCCC3}"/>
          </ac:spMkLst>
        </pc:spChg>
        <pc:spChg chg="mod">
          <ac:chgData name="Jean Pierre Vitorino Benazzi" userId="S::pierre.benazzi@carenet.com.br::eece68f8-a5f6-40be-b687-84050d4161b4" providerId="AD" clId="Web-{800867E3-035D-2B01-F1F1-D7009D1F7723}" dt="2026-01-16T17:07:49.515" v="806" actId="20577"/>
          <ac:spMkLst>
            <pc:docMk/>
            <pc:sldMk cId="3603750102" sldId="302"/>
            <ac:spMk id="943" creationId="{3201D119-F245-27DC-261C-704F1F514F4D}"/>
          </ac:spMkLst>
        </pc:spChg>
        <pc:spChg chg="mod">
          <ac:chgData name="Jean Pierre Vitorino Benazzi" userId="S::pierre.benazzi@carenet.com.br::eece68f8-a5f6-40be-b687-84050d4161b4" providerId="AD" clId="Web-{800867E3-035D-2B01-F1F1-D7009D1F7723}" dt="2026-01-16T17:36:49.332" v="923" actId="20577"/>
          <ac:spMkLst>
            <pc:docMk/>
            <pc:sldMk cId="3603750102" sldId="302"/>
            <ac:spMk id="944" creationId="{483A6B81-C76C-5315-CDD7-571DA19B22D3}"/>
          </ac:spMkLst>
        </pc:spChg>
        <pc:spChg chg="del">
          <ac:chgData name="Jean Pierre Vitorino Benazzi" userId="S::pierre.benazzi@carenet.com.br::eece68f8-a5f6-40be-b687-84050d4161b4" providerId="AD" clId="Web-{800867E3-035D-2B01-F1F1-D7009D1F7723}" dt="2026-01-16T15:58:43.501" v="22"/>
          <ac:spMkLst>
            <pc:docMk/>
            <pc:sldMk cId="3603750102" sldId="302"/>
            <ac:spMk id="945" creationId="{889B47CE-237E-3A89-A38A-02F3DC1252F8}"/>
          </ac:spMkLst>
        </pc:spChg>
        <pc:spChg chg="mod">
          <ac:chgData name="Jean Pierre Vitorino Benazzi" userId="S::pierre.benazzi@carenet.com.br::eece68f8-a5f6-40be-b687-84050d4161b4" providerId="AD" clId="Web-{800867E3-035D-2B01-F1F1-D7009D1F7723}" dt="2026-01-16T17:09:01.427" v="838" actId="20577"/>
          <ac:spMkLst>
            <pc:docMk/>
            <pc:sldMk cId="3603750102" sldId="302"/>
            <ac:spMk id="946" creationId="{F5B3EC20-2E62-F57C-594F-A7AA5D8F43CF}"/>
          </ac:spMkLst>
        </pc:spChg>
        <pc:spChg chg="del mod">
          <ac:chgData name="Jean Pierre Vitorino Benazzi" userId="S::pierre.benazzi@carenet.com.br::eece68f8-a5f6-40be-b687-84050d4161b4" providerId="AD" clId="Web-{800867E3-035D-2B01-F1F1-D7009D1F7723}" dt="2026-01-16T17:13:38.578" v="857"/>
          <ac:spMkLst>
            <pc:docMk/>
            <pc:sldMk cId="3603750102" sldId="302"/>
            <ac:spMk id="947" creationId="{76EEB2D3-A537-3D24-C90C-197AE707F89A}"/>
          </ac:spMkLst>
        </pc:spChg>
        <pc:spChg chg="mod">
          <ac:chgData name="Jean Pierre Vitorino Benazzi" userId="S::pierre.benazzi@carenet.com.br::eece68f8-a5f6-40be-b687-84050d4161b4" providerId="AD" clId="Web-{800867E3-035D-2B01-F1F1-D7009D1F7723}" dt="2026-01-16T15:58:28.939" v="19" actId="20577"/>
          <ac:spMkLst>
            <pc:docMk/>
            <pc:sldMk cId="3603750102" sldId="302"/>
            <ac:spMk id="948" creationId="{D11BC1BA-19CB-CC5F-ECD3-FB094C284E41}"/>
          </ac:spMkLst>
        </pc:spChg>
      </pc:sldChg>
      <pc:sldChg chg="addSp delSp modSp add replId">
        <pc:chgData name="Jean Pierre Vitorino Benazzi" userId="S::pierre.benazzi@carenet.com.br::eece68f8-a5f6-40be-b687-84050d4161b4" providerId="AD" clId="Web-{800867E3-035D-2B01-F1F1-D7009D1F7723}" dt="2026-01-16T17:37:10.348" v="930" actId="20577"/>
        <pc:sldMkLst>
          <pc:docMk/>
          <pc:sldMk cId="2204698558" sldId="303"/>
        </pc:sldMkLst>
        <pc:spChg chg="mod">
          <ac:chgData name="Jean Pierre Vitorino Benazzi" userId="S::pierre.benazzi@carenet.com.br::eece68f8-a5f6-40be-b687-84050d4161b4" providerId="AD" clId="Web-{800867E3-035D-2B01-F1F1-D7009D1F7723}" dt="2026-01-16T17:01:55.049" v="723" actId="20577"/>
          <ac:spMkLst>
            <pc:docMk/>
            <pc:sldMk cId="2204698558" sldId="303"/>
            <ac:spMk id="3" creationId="{F4E1C14C-E8AE-3B14-A831-BC781CB961F4}"/>
          </ac:spMkLst>
        </pc:spChg>
        <pc:spChg chg="add del mod">
          <ac:chgData name="Jean Pierre Vitorino Benazzi" userId="S::pierre.benazzi@carenet.com.br::eece68f8-a5f6-40be-b687-84050d4161b4" providerId="AD" clId="Web-{800867E3-035D-2B01-F1F1-D7009D1F7723}" dt="2026-01-16T16:58:50.506" v="697"/>
          <ac:spMkLst>
            <pc:docMk/>
            <pc:sldMk cId="2204698558" sldId="303"/>
            <ac:spMk id="4" creationId="{E9B4B2B0-8905-720B-36C9-86AA5A40667F}"/>
          </ac:spMkLst>
        </pc:spChg>
        <pc:spChg chg="add del mod">
          <ac:chgData name="Jean Pierre Vitorino Benazzi" userId="S::pierre.benazzi@carenet.com.br::eece68f8-a5f6-40be-b687-84050d4161b4" providerId="AD" clId="Web-{800867E3-035D-2B01-F1F1-D7009D1F7723}" dt="2026-01-16T16:58:49.037" v="696"/>
          <ac:spMkLst>
            <pc:docMk/>
            <pc:sldMk cId="2204698558" sldId="303"/>
            <ac:spMk id="5" creationId="{C5BFF3E3-DB70-BB46-06F3-AB3FB0F744C6}"/>
          </ac:spMkLst>
        </pc:spChg>
        <pc:spChg chg="mod">
          <ac:chgData name="Jean Pierre Vitorino Benazzi" userId="S::pierre.benazzi@carenet.com.br::eece68f8-a5f6-40be-b687-84050d4161b4" providerId="AD" clId="Web-{800867E3-035D-2B01-F1F1-D7009D1F7723}" dt="2026-01-16T17:10:21.353" v="848" actId="20577"/>
          <ac:spMkLst>
            <pc:docMk/>
            <pc:sldMk cId="2204698558" sldId="303"/>
            <ac:spMk id="942" creationId="{83A20BD2-BC8C-F610-DD4C-E656AE117EEA}"/>
          </ac:spMkLst>
        </pc:spChg>
        <pc:spChg chg="add del mod">
          <ac:chgData name="Jean Pierre Vitorino Benazzi" userId="S::pierre.benazzi@carenet.com.br::eece68f8-a5f6-40be-b687-84050d4161b4" providerId="AD" clId="Web-{800867E3-035D-2B01-F1F1-D7009D1F7723}" dt="2026-01-16T17:37:04.879" v="925" actId="20577"/>
          <ac:spMkLst>
            <pc:docMk/>
            <pc:sldMk cId="2204698558" sldId="303"/>
            <ac:spMk id="943" creationId="{625B5A77-8743-3004-B3AC-4682BB2102BB}"/>
          </ac:spMkLst>
        </pc:spChg>
        <pc:spChg chg="mod">
          <ac:chgData name="Jean Pierre Vitorino Benazzi" userId="S::pierre.benazzi@carenet.com.br::eece68f8-a5f6-40be-b687-84050d4161b4" providerId="AD" clId="Web-{800867E3-035D-2B01-F1F1-D7009D1F7723}" dt="2026-01-16T16:07:41.902" v="481" actId="20577"/>
          <ac:spMkLst>
            <pc:docMk/>
            <pc:sldMk cId="2204698558" sldId="303"/>
            <ac:spMk id="944" creationId="{D2C333A5-B4A9-B936-3347-CE5CED8FB4BC}"/>
          </ac:spMkLst>
        </pc:spChg>
        <pc:spChg chg="mod">
          <ac:chgData name="Jean Pierre Vitorino Benazzi" userId="S::pierre.benazzi@carenet.com.br::eece68f8-a5f6-40be-b687-84050d4161b4" providerId="AD" clId="Web-{800867E3-035D-2B01-F1F1-D7009D1F7723}" dt="2026-01-16T17:05:30.646" v="760" actId="20577"/>
          <ac:spMkLst>
            <pc:docMk/>
            <pc:sldMk cId="2204698558" sldId="303"/>
            <ac:spMk id="946" creationId="{8115DF98-073F-039C-E5A4-18767EF42CB2}"/>
          </ac:spMkLst>
        </pc:spChg>
        <pc:spChg chg="mod">
          <ac:chgData name="Jean Pierre Vitorino Benazzi" userId="S::pierre.benazzi@carenet.com.br::eece68f8-a5f6-40be-b687-84050d4161b4" providerId="AD" clId="Web-{800867E3-035D-2B01-F1F1-D7009D1F7723}" dt="2026-01-16T17:37:10.348" v="930" actId="20577"/>
          <ac:spMkLst>
            <pc:docMk/>
            <pc:sldMk cId="2204698558" sldId="303"/>
            <ac:spMk id="947" creationId="{106882FE-B768-67BE-2CEA-E59514D24992}"/>
          </ac:spMkLst>
        </pc:spChg>
      </pc:sldChg>
      <pc:sldChg chg="delSp modSp add replId">
        <pc:chgData name="Jean Pierre Vitorino Benazzi" userId="S::pierre.benazzi@carenet.com.br::eece68f8-a5f6-40be-b687-84050d4161b4" providerId="AD" clId="Web-{800867E3-035D-2B01-F1F1-D7009D1F7723}" dt="2026-01-16T17:09:27.006" v="846"/>
        <pc:sldMkLst>
          <pc:docMk/>
          <pc:sldMk cId="3431059538" sldId="304"/>
        </pc:sldMkLst>
        <pc:spChg chg="mod">
          <ac:chgData name="Jean Pierre Vitorino Benazzi" userId="S::pierre.benazzi@carenet.com.br::eece68f8-a5f6-40be-b687-84050d4161b4" providerId="AD" clId="Web-{800867E3-035D-2B01-F1F1-D7009D1F7723}" dt="2026-01-16T17:05:57.021" v="771" actId="20577"/>
          <ac:spMkLst>
            <pc:docMk/>
            <pc:sldMk cId="3431059538" sldId="304"/>
            <ac:spMk id="3" creationId="{3BC17CE4-CA95-A4D9-A23E-AB83C12825BF}"/>
          </ac:spMkLst>
        </pc:spChg>
        <pc:spChg chg="del mod">
          <ac:chgData name="Jean Pierre Vitorino Benazzi" userId="S::pierre.benazzi@carenet.com.br::eece68f8-a5f6-40be-b687-84050d4161b4" providerId="AD" clId="Web-{800867E3-035D-2B01-F1F1-D7009D1F7723}" dt="2026-01-16T17:09:22.990" v="842"/>
          <ac:spMkLst>
            <pc:docMk/>
            <pc:sldMk cId="3431059538" sldId="304"/>
            <ac:spMk id="942" creationId="{C1382D9F-AB57-5F30-1555-D321FB945DE0}"/>
          </ac:spMkLst>
        </pc:spChg>
        <pc:spChg chg="mod">
          <ac:chgData name="Jean Pierre Vitorino Benazzi" userId="S::pierre.benazzi@carenet.com.br::eece68f8-a5f6-40be-b687-84050d4161b4" providerId="AD" clId="Web-{800867E3-035D-2B01-F1F1-D7009D1F7723}" dt="2026-01-16T17:06:07.006" v="772"/>
          <ac:spMkLst>
            <pc:docMk/>
            <pc:sldMk cId="3431059538" sldId="304"/>
            <ac:spMk id="943" creationId="{646A7F52-6B74-CCC0-62F8-F0CD3EB425A3}"/>
          </ac:spMkLst>
        </pc:spChg>
        <pc:spChg chg="mod">
          <ac:chgData name="Jean Pierre Vitorino Benazzi" userId="S::pierre.benazzi@carenet.com.br::eece68f8-a5f6-40be-b687-84050d4161b4" providerId="AD" clId="Web-{800867E3-035D-2B01-F1F1-D7009D1F7723}" dt="2026-01-16T17:09:19.787" v="840" actId="20577"/>
          <ac:spMkLst>
            <pc:docMk/>
            <pc:sldMk cId="3431059538" sldId="304"/>
            <ac:spMk id="944" creationId="{596DD1AB-A8F8-3EE8-53AA-F7BCC739E51C}"/>
          </ac:spMkLst>
        </pc:spChg>
        <pc:spChg chg="del mod">
          <ac:chgData name="Jean Pierre Vitorino Benazzi" userId="S::pierre.benazzi@carenet.com.br::eece68f8-a5f6-40be-b687-84050d4161b4" providerId="AD" clId="Web-{800867E3-035D-2B01-F1F1-D7009D1F7723}" dt="2026-01-16T17:09:27.006" v="846"/>
          <ac:spMkLst>
            <pc:docMk/>
            <pc:sldMk cId="3431059538" sldId="304"/>
            <ac:spMk id="946" creationId="{DC1FB36B-250D-F2C8-272E-919561200DE2}"/>
          </ac:spMkLst>
        </pc:spChg>
        <pc:spChg chg="mod">
          <ac:chgData name="Jean Pierre Vitorino Benazzi" userId="S::pierre.benazzi@carenet.com.br::eece68f8-a5f6-40be-b687-84050d4161b4" providerId="AD" clId="Web-{800867E3-035D-2B01-F1F1-D7009D1F7723}" dt="2026-01-16T17:09:25.240" v="844" actId="20577"/>
          <ac:spMkLst>
            <pc:docMk/>
            <pc:sldMk cId="3431059538" sldId="304"/>
            <ac:spMk id="947" creationId="{39282812-2A5B-EE60-F618-3B1FC44676AB}"/>
          </ac:spMkLst>
        </pc:spChg>
      </pc:sldChg>
      <pc:sldChg chg="new del">
        <pc:chgData name="Jean Pierre Vitorino Benazzi" userId="S::pierre.benazzi@carenet.com.br::eece68f8-a5f6-40be-b687-84050d4161b4" providerId="AD" clId="Web-{800867E3-035D-2B01-F1F1-D7009D1F7723}" dt="2026-01-16T17:33:29.126" v="921"/>
        <pc:sldMkLst>
          <pc:docMk/>
          <pc:sldMk cId="3219148726" sldId="309"/>
        </pc:sldMkLst>
      </pc:sldChg>
    </pc:docChg>
  </pc:docChgLst>
  <pc:docChgLst>
    <pc:chgData name="Michelle" userId="S::michelle.machado@carenet.com.br::6a464eb2-c6e8-49f7-82d9-ccab187b2ef1" providerId="AD" clId="Web-{6F312AC2-4BA8-99B9-B169-BA2F4DF498DF}"/>
    <pc:docChg chg="addSld delSld modSld">
      <pc:chgData name="Michelle" userId="S::michelle.machado@carenet.com.br::6a464eb2-c6e8-49f7-82d9-ccab187b2ef1" providerId="AD" clId="Web-{6F312AC2-4BA8-99B9-B169-BA2F4DF498DF}" dt="2026-01-15T12:19:06.626" v="60" actId="20577"/>
      <pc:docMkLst>
        <pc:docMk/>
      </pc:docMkLst>
      <pc:sldChg chg="addSp modSp">
        <pc:chgData name="Michelle" userId="S::michelle.machado@carenet.com.br::6a464eb2-c6e8-49f7-82d9-ccab187b2ef1" providerId="AD" clId="Web-{6F312AC2-4BA8-99B9-B169-BA2F4DF498DF}" dt="2026-01-15T12:19:06.626" v="60" actId="20577"/>
        <pc:sldMkLst>
          <pc:docMk/>
          <pc:sldMk cId="0" sldId="259"/>
        </pc:sldMkLst>
        <pc:spChg chg="add mod">
          <ac:chgData name="Michelle" userId="S::michelle.machado@carenet.com.br::6a464eb2-c6e8-49f7-82d9-ccab187b2ef1" providerId="AD" clId="Web-{6F312AC2-4BA8-99B9-B169-BA2F4DF498DF}" dt="2026-01-15T12:19:06.626" v="60" actId="20577"/>
          <ac:spMkLst>
            <pc:docMk/>
            <pc:sldMk cId="0" sldId="259"/>
            <ac:spMk id="4" creationId="{7AB05EB6-D136-3FF9-A1F0-5617D99AEE6A}"/>
          </ac:spMkLst>
        </pc:spChg>
        <pc:spChg chg="mod">
          <ac:chgData name="Michelle" userId="S::michelle.machado@carenet.com.br::6a464eb2-c6e8-49f7-82d9-ccab187b2ef1" providerId="AD" clId="Web-{6F312AC2-4BA8-99B9-B169-BA2F4DF498DF}" dt="2026-01-15T12:18:31.423" v="52" actId="14100"/>
          <ac:spMkLst>
            <pc:docMk/>
            <pc:sldMk cId="0" sldId="259"/>
            <ac:spMk id="918" creationId="{00000000-0000-0000-0000-000000000000}"/>
          </ac:spMkLst>
        </pc:spChg>
        <pc:spChg chg="mod">
          <ac:chgData name="Michelle" userId="S::michelle.machado@carenet.com.br::6a464eb2-c6e8-49f7-82d9-ccab187b2ef1" providerId="AD" clId="Web-{6F312AC2-4BA8-99B9-B169-BA2F4DF498DF}" dt="2026-01-15T12:18:51.735" v="55" actId="20577"/>
          <ac:spMkLst>
            <pc:docMk/>
            <pc:sldMk cId="0" sldId="259"/>
            <ac:spMk id="919" creationId="{00000000-0000-0000-0000-000000000000}"/>
          </ac:spMkLst>
        </pc:spChg>
        <pc:spChg chg="mod">
          <ac:chgData name="Michelle" userId="S::michelle.machado@carenet.com.br::6a464eb2-c6e8-49f7-82d9-ccab187b2ef1" providerId="AD" clId="Web-{6F312AC2-4BA8-99B9-B169-BA2F4DF498DF}" dt="2026-01-15T12:14:02.275" v="33" actId="20577"/>
          <ac:spMkLst>
            <pc:docMk/>
            <pc:sldMk cId="0" sldId="259"/>
            <ac:spMk id="920" creationId="{00000000-0000-0000-0000-000000000000}"/>
          </ac:spMkLst>
        </pc:spChg>
        <pc:picChg chg="add mod">
          <ac:chgData name="Michelle" userId="S::michelle.machado@carenet.com.br::6a464eb2-c6e8-49f7-82d9-ccab187b2ef1" providerId="AD" clId="Web-{6F312AC2-4BA8-99B9-B169-BA2F4DF498DF}" dt="2026-01-15T12:15:37.574" v="37" actId="1076"/>
          <ac:picMkLst>
            <pc:docMk/>
            <pc:sldMk cId="0" sldId="259"/>
            <ac:picMk id="2" creationId="{20AB095B-1B7C-2305-12C4-9A4D096E6B43}"/>
          </ac:picMkLst>
        </pc:picChg>
      </pc:sldChg>
      <pc:sldChg chg="modSp">
        <pc:chgData name="Michelle" userId="S::michelle.machado@carenet.com.br::6a464eb2-c6e8-49f7-82d9-ccab187b2ef1" providerId="AD" clId="Web-{6F312AC2-4BA8-99B9-B169-BA2F4DF498DF}" dt="2026-01-15T12:17:22.218" v="47" actId="20577"/>
        <pc:sldMkLst>
          <pc:docMk/>
          <pc:sldMk cId="0" sldId="260"/>
        </pc:sldMkLst>
        <pc:spChg chg="mod">
          <ac:chgData name="Michelle" userId="S::michelle.machado@carenet.com.br::6a464eb2-c6e8-49f7-82d9-ccab187b2ef1" providerId="AD" clId="Web-{6F312AC2-4BA8-99B9-B169-BA2F4DF498DF}" dt="2026-01-15T12:17:22.218" v="47" actId="20577"/>
          <ac:spMkLst>
            <pc:docMk/>
            <pc:sldMk cId="0" sldId="260"/>
            <ac:spMk id="926" creationId="{00000000-0000-0000-0000-000000000000}"/>
          </ac:spMkLst>
        </pc:spChg>
      </pc:sldChg>
      <pc:sldChg chg="del">
        <pc:chgData name="Michelle" userId="S::michelle.machado@carenet.com.br::6a464eb2-c6e8-49f7-82d9-ccab187b2ef1" providerId="AD" clId="Web-{6F312AC2-4BA8-99B9-B169-BA2F4DF498DF}" dt="2026-01-15T12:17:17.155" v="44"/>
        <pc:sldMkLst>
          <pc:docMk/>
          <pc:sldMk cId="0" sldId="271"/>
        </pc:sldMkLst>
      </pc:sldChg>
      <pc:sldChg chg="addSp modSp add replId">
        <pc:chgData name="Michelle" userId="S::michelle.machado@carenet.com.br::6a464eb2-c6e8-49f7-82d9-ccab187b2ef1" providerId="AD" clId="Web-{6F312AC2-4BA8-99B9-B169-BA2F4DF498DF}" dt="2026-01-15T12:16:53.701" v="43" actId="1076"/>
        <pc:sldMkLst>
          <pc:docMk/>
          <pc:sldMk cId="1966576349" sldId="294"/>
        </pc:sldMkLst>
        <pc:spChg chg="mod">
          <ac:chgData name="Michelle" userId="S::michelle.machado@carenet.com.br::6a464eb2-c6e8-49f7-82d9-ccab187b2ef1" providerId="AD" clId="Web-{6F312AC2-4BA8-99B9-B169-BA2F4DF498DF}" dt="2026-01-15T12:13:34.117" v="26" actId="20577"/>
          <ac:spMkLst>
            <pc:docMk/>
            <pc:sldMk cId="1966576349" sldId="294"/>
            <ac:spMk id="918" creationId="{D7FFD6FC-D01A-8DF1-6431-F5D080DC43AB}"/>
          </ac:spMkLst>
        </pc:spChg>
        <pc:spChg chg="mod">
          <ac:chgData name="Michelle" userId="S::michelle.machado@carenet.com.br::6a464eb2-c6e8-49f7-82d9-ccab187b2ef1" providerId="AD" clId="Web-{6F312AC2-4BA8-99B9-B169-BA2F4DF498DF}" dt="2026-01-15T12:13:47.633" v="27" actId="20577"/>
          <ac:spMkLst>
            <pc:docMk/>
            <pc:sldMk cId="1966576349" sldId="294"/>
            <ac:spMk id="919" creationId="{BB8A5946-F6CC-6425-13AC-F6BA26C5388C}"/>
          </ac:spMkLst>
        </pc:spChg>
        <pc:spChg chg="mod">
          <ac:chgData name="Michelle" userId="S::michelle.machado@carenet.com.br::6a464eb2-c6e8-49f7-82d9-ccab187b2ef1" providerId="AD" clId="Web-{6F312AC2-4BA8-99B9-B169-BA2F4DF498DF}" dt="2026-01-15T12:13:57.649" v="30" actId="20577"/>
          <ac:spMkLst>
            <pc:docMk/>
            <pc:sldMk cId="1966576349" sldId="294"/>
            <ac:spMk id="920" creationId="{AD6E79E1-F1B9-07C8-FB3F-4544E17DFF17}"/>
          </ac:spMkLst>
        </pc:spChg>
        <pc:picChg chg="add mod">
          <ac:chgData name="Michelle" userId="S::michelle.machado@carenet.com.br::6a464eb2-c6e8-49f7-82d9-ccab187b2ef1" providerId="AD" clId="Web-{6F312AC2-4BA8-99B9-B169-BA2F4DF498DF}" dt="2026-01-15T12:16:53.701" v="43" actId="1076"/>
          <ac:picMkLst>
            <pc:docMk/>
            <pc:sldMk cId="1966576349" sldId="294"/>
            <ac:picMk id="2" creationId="{D58677E7-D7D7-DC39-5726-76A11B178BEB}"/>
          </ac:picMkLst>
        </pc:picChg>
      </pc:sldChg>
      <pc:sldChg chg="modSp add replId">
        <pc:chgData name="Michelle" userId="S::michelle.machado@carenet.com.br::6a464eb2-c6e8-49f7-82d9-ccab187b2ef1" providerId="AD" clId="Web-{6F312AC2-4BA8-99B9-B169-BA2F4DF498DF}" dt="2026-01-15T12:17:34.515" v="49" actId="20577"/>
        <pc:sldMkLst>
          <pc:docMk/>
          <pc:sldMk cId="2634054291" sldId="295"/>
        </pc:sldMkLst>
        <pc:spChg chg="mod">
          <ac:chgData name="Michelle" userId="S::michelle.machado@carenet.com.br::6a464eb2-c6e8-49f7-82d9-ccab187b2ef1" providerId="AD" clId="Web-{6F312AC2-4BA8-99B9-B169-BA2F4DF498DF}" dt="2026-01-15T12:17:34.515" v="49" actId="20577"/>
          <ac:spMkLst>
            <pc:docMk/>
            <pc:sldMk cId="2634054291" sldId="295"/>
            <ac:spMk id="926" creationId="{2A048685-E040-BFAF-61A9-BC95EDCED989}"/>
          </ac:spMkLst>
        </pc:spChg>
      </pc:sldChg>
    </pc:docChg>
  </pc:docChgLst>
  <pc:docChgLst>
    <pc:chgData name="Michelle" userId="S::michelle.machado@carenet.com.br::6a464eb2-c6e8-49f7-82d9-ccab187b2ef1" providerId="AD" clId="Web-{E274604B-AD35-5FE5-0B17-746C3BD4B1F8}"/>
    <pc:docChg chg="modSld sldOrd">
      <pc:chgData name="Michelle" userId="S::michelle.machado@carenet.com.br::6a464eb2-c6e8-49f7-82d9-ccab187b2ef1" providerId="AD" clId="Web-{E274604B-AD35-5FE5-0B17-746C3BD4B1F8}" dt="2026-01-16T17:16:15.183" v="91" actId="1076"/>
      <pc:docMkLst>
        <pc:docMk/>
      </pc:docMkLst>
      <pc:sldChg chg="mod modShow">
        <pc:chgData name="Michelle" userId="S::michelle.machado@carenet.com.br::6a464eb2-c6e8-49f7-82d9-ccab187b2ef1" providerId="AD" clId="Web-{E274604B-AD35-5FE5-0B17-746C3BD4B1F8}" dt="2026-01-16T15:59:18.491" v="0"/>
        <pc:sldMkLst>
          <pc:docMk/>
          <pc:sldMk cId="0" sldId="269"/>
        </pc:sldMkLst>
      </pc:sldChg>
      <pc:sldChg chg="addSp delSp modSp mod ord modShow">
        <pc:chgData name="Michelle" userId="S::michelle.machado@carenet.com.br::6a464eb2-c6e8-49f7-82d9-ccab187b2ef1" providerId="AD" clId="Web-{E274604B-AD35-5FE5-0B17-746C3BD4B1F8}" dt="2026-01-16T17:16:15.183" v="91" actId="1076"/>
        <pc:sldMkLst>
          <pc:docMk/>
          <pc:sldMk cId="0" sldId="272"/>
        </pc:sldMkLst>
        <pc:spChg chg="add mod">
          <ac:chgData name="Michelle" userId="S::michelle.machado@carenet.com.br::6a464eb2-c6e8-49f7-82d9-ccab187b2ef1" providerId="AD" clId="Web-{E274604B-AD35-5FE5-0B17-746C3BD4B1F8}" dt="2026-01-16T17:14:35.678" v="44" actId="20577"/>
          <ac:spMkLst>
            <pc:docMk/>
            <pc:sldMk cId="0" sldId="272"/>
            <ac:spMk id="3" creationId="{87E1100D-1D38-1A06-AB00-D50DCD183E27}"/>
          </ac:spMkLst>
        </pc:spChg>
        <pc:spChg chg="add del">
          <ac:chgData name="Michelle" userId="S::michelle.machado@carenet.com.br::6a464eb2-c6e8-49f7-82d9-ccab187b2ef1" providerId="AD" clId="Web-{E274604B-AD35-5FE5-0B17-746C3BD4B1F8}" dt="2026-01-16T17:14:53.819" v="46"/>
          <ac:spMkLst>
            <pc:docMk/>
            <pc:sldMk cId="0" sldId="272"/>
            <ac:spMk id="4" creationId="{243B1DE8-BCB2-47F9-BBB1-97DD91D03F4D}"/>
          </ac:spMkLst>
        </pc:spChg>
        <pc:spChg chg="add mod">
          <ac:chgData name="Michelle" userId="S::michelle.machado@carenet.com.br::6a464eb2-c6e8-49f7-82d9-ccab187b2ef1" providerId="AD" clId="Web-{E274604B-AD35-5FE5-0B17-746C3BD4B1F8}" dt="2026-01-16T17:16:08.682" v="89" actId="20577"/>
          <ac:spMkLst>
            <pc:docMk/>
            <pc:sldMk cId="0" sldId="272"/>
            <ac:spMk id="5" creationId="{4D1A9F71-9161-93FC-6975-F19C8B13FB4B}"/>
          </ac:spMkLst>
        </pc:spChg>
        <pc:picChg chg="add mod">
          <ac:chgData name="Michelle" userId="S::michelle.machado@carenet.com.br::6a464eb2-c6e8-49f7-82d9-ccab187b2ef1" providerId="AD" clId="Web-{E274604B-AD35-5FE5-0B17-746C3BD4B1F8}" dt="2026-01-16T17:16:15.183" v="91" actId="1076"/>
          <ac:picMkLst>
            <pc:docMk/>
            <pc:sldMk cId="0" sldId="272"/>
            <ac:picMk id="6" creationId="{59823C3B-02BD-33F5-7A81-CDF4B4E6DAF1}"/>
          </ac:picMkLst>
        </pc:picChg>
      </pc:sldChg>
      <pc:sldChg chg="mod ord modShow">
        <pc:chgData name="Michelle" userId="S::michelle.machado@carenet.com.br::6a464eb2-c6e8-49f7-82d9-ccab187b2ef1" providerId="AD" clId="Web-{E274604B-AD35-5FE5-0B17-746C3BD4B1F8}" dt="2026-01-16T17:13:57.818" v="36"/>
        <pc:sldMkLst>
          <pc:docMk/>
          <pc:sldMk cId="0" sldId="273"/>
        </pc:sldMkLst>
      </pc:sldChg>
      <pc:sldChg chg="modSp">
        <pc:chgData name="Michelle" userId="S::michelle.machado@carenet.com.br::6a464eb2-c6e8-49f7-82d9-ccab187b2ef1" providerId="AD" clId="Web-{E274604B-AD35-5FE5-0B17-746C3BD4B1F8}" dt="2026-01-16T16:00:27.873" v="17" actId="20577"/>
        <pc:sldMkLst>
          <pc:docMk/>
          <pc:sldMk cId="4238129772" sldId="298"/>
        </pc:sldMkLst>
        <pc:spChg chg="mod">
          <ac:chgData name="Michelle" userId="S::michelle.machado@carenet.com.br::6a464eb2-c6e8-49f7-82d9-ccab187b2ef1" providerId="AD" clId="Web-{E274604B-AD35-5FE5-0B17-746C3BD4B1F8}" dt="2026-01-16T16:00:20.216" v="15" actId="20577"/>
          <ac:spMkLst>
            <pc:docMk/>
            <pc:sldMk cId="4238129772" sldId="298"/>
            <ac:spMk id="942" creationId="{0B81254A-8E84-AF7C-7807-CEB84ACD98C8}"/>
          </ac:spMkLst>
        </pc:spChg>
        <pc:spChg chg="mod">
          <ac:chgData name="Michelle" userId="S::michelle.machado@carenet.com.br::6a464eb2-c6e8-49f7-82d9-ccab187b2ef1" providerId="AD" clId="Web-{E274604B-AD35-5FE5-0B17-746C3BD4B1F8}" dt="2026-01-16T16:00:01.449" v="14" actId="20577"/>
          <ac:spMkLst>
            <pc:docMk/>
            <pc:sldMk cId="4238129772" sldId="298"/>
            <ac:spMk id="944" creationId="{AF3B2AA9-B943-5D19-A33A-CF25B6607630}"/>
          </ac:spMkLst>
        </pc:spChg>
        <pc:spChg chg="mod">
          <ac:chgData name="Michelle" userId="S::michelle.machado@carenet.com.br::6a464eb2-c6e8-49f7-82d9-ccab187b2ef1" providerId="AD" clId="Web-{E274604B-AD35-5FE5-0B17-746C3BD4B1F8}" dt="2026-01-16T16:00:24.966" v="16" actId="20577"/>
          <ac:spMkLst>
            <pc:docMk/>
            <pc:sldMk cId="4238129772" sldId="298"/>
            <ac:spMk id="946" creationId="{CE4B8CF8-D9EA-F11E-9C30-89D8911A2FED}"/>
          </ac:spMkLst>
        </pc:spChg>
        <pc:spChg chg="mod">
          <ac:chgData name="Michelle" userId="S::michelle.machado@carenet.com.br::6a464eb2-c6e8-49f7-82d9-ccab187b2ef1" providerId="AD" clId="Web-{E274604B-AD35-5FE5-0B17-746C3BD4B1F8}" dt="2026-01-16T16:00:27.873" v="17" actId="20577"/>
          <ac:spMkLst>
            <pc:docMk/>
            <pc:sldMk cId="4238129772" sldId="298"/>
            <ac:spMk id="948" creationId="{B8F13B84-EF1B-4191-96A3-1AB8C8440C2B}"/>
          </ac:spMkLst>
        </pc:spChg>
      </pc:sldChg>
      <pc:sldChg chg="modSp">
        <pc:chgData name="Michelle" userId="S::michelle.machado@carenet.com.br::6a464eb2-c6e8-49f7-82d9-ccab187b2ef1" providerId="AD" clId="Web-{E274604B-AD35-5FE5-0B17-746C3BD4B1F8}" dt="2026-01-16T15:59:49.041" v="10" actId="20577"/>
        <pc:sldMkLst>
          <pc:docMk/>
          <pc:sldMk cId="3782356087" sldId="299"/>
        </pc:sldMkLst>
        <pc:spChg chg="mod">
          <ac:chgData name="Michelle" userId="S::michelle.machado@carenet.com.br::6a464eb2-c6e8-49f7-82d9-ccab187b2ef1" providerId="AD" clId="Web-{E274604B-AD35-5FE5-0B17-746C3BD4B1F8}" dt="2026-01-16T15:59:49.041" v="10" actId="20577"/>
          <ac:spMkLst>
            <pc:docMk/>
            <pc:sldMk cId="3782356087" sldId="299"/>
            <ac:spMk id="5" creationId="{3107787B-5B76-F3FD-F8D5-9F9ECD5613CD}"/>
          </ac:spMkLst>
        </pc:spChg>
        <pc:spChg chg="mod">
          <ac:chgData name="Michelle" userId="S::michelle.machado@carenet.com.br::6a464eb2-c6e8-49f7-82d9-ccab187b2ef1" providerId="AD" clId="Web-{E274604B-AD35-5FE5-0B17-746C3BD4B1F8}" dt="2026-01-16T15:59:44.619" v="7" actId="20577"/>
          <ac:spMkLst>
            <pc:docMk/>
            <pc:sldMk cId="3782356087" sldId="299"/>
            <ac:spMk id="990" creationId="{EDEC0A6D-0A0B-D3D8-2B3F-DCA195AC8EE7}"/>
          </ac:spMkLst>
        </pc:spChg>
      </pc:sldChg>
      <pc:sldChg chg="mod modShow">
        <pc:chgData name="Michelle" userId="S::michelle.machado@carenet.com.br::6a464eb2-c6e8-49f7-82d9-ccab187b2ef1" providerId="AD" clId="Web-{E274604B-AD35-5FE5-0B17-746C3BD4B1F8}" dt="2026-01-16T17:09:31.888" v="18"/>
        <pc:sldMkLst>
          <pc:docMk/>
          <pc:sldMk cId="3603750102" sldId="302"/>
        </pc:sldMkLst>
      </pc:sldChg>
      <pc:sldChg chg="mod modShow">
        <pc:chgData name="Michelle" userId="S::michelle.machado@carenet.com.br::6a464eb2-c6e8-49f7-82d9-ccab187b2ef1" providerId="AD" clId="Web-{E274604B-AD35-5FE5-0B17-746C3BD4B1F8}" dt="2026-01-16T17:09:34.685" v="19"/>
        <pc:sldMkLst>
          <pc:docMk/>
          <pc:sldMk cId="2204698558" sldId="303"/>
        </pc:sldMkLst>
      </pc:sldChg>
      <pc:sldChg chg="addSp delSp modSp">
        <pc:chgData name="Michelle" userId="S::michelle.machado@carenet.com.br::6a464eb2-c6e8-49f7-82d9-ccab187b2ef1" providerId="AD" clId="Web-{E274604B-AD35-5FE5-0B17-746C3BD4B1F8}" dt="2026-01-16T17:12:42.503" v="32"/>
        <pc:sldMkLst>
          <pc:docMk/>
          <pc:sldMk cId="3431059538" sldId="304"/>
        </pc:sldMkLst>
        <pc:spChg chg="add del mod">
          <ac:chgData name="Michelle" userId="S::michelle.machado@carenet.com.br::6a464eb2-c6e8-49f7-82d9-ccab187b2ef1" providerId="AD" clId="Web-{E274604B-AD35-5FE5-0B17-746C3BD4B1F8}" dt="2026-01-16T17:10:23.671" v="27"/>
          <ac:spMkLst>
            <pc:docMk/>
            <pc:sldMk cId="3431059538" sldId="304"/>
            <ac:spMk id="2" creationId="{DAF28F38-6CB2-2152-A253-B685AEF1BDE8}"/>
          </ac:spMkLst>
        </pc:spChg>
        <pc:spChg chg="add del mod">
          <ac:chgData name="Michelle" userId="S::michelle.machado@carenet.com.br::6a464eb2-c6e8-49f7-82d9-ccab187b2ef1" providerId="AD" clId="Web-{E274604B-AD35-5FE5-0B17-746C3BD4B1F8}" dt="2026-01-16T17:12:42.503" v="32"/>
          <ac:spMkLst>
            <pc:docMk/>
            <pc:sldMk cId="3431059538" sldId="304"/>
            <ac:spMk id="4" creationId="{A899241B-B5B4-CDD5-3A05-D640AC2EF5F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6" name="Google Shape;104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>
  <p:cSld name="Em Branc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undo Claro">
  <p:cSld name="Fundo Claro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1673" y="229009"/>
            <a:ext cx="17844654" cy="982898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6"/>
          <p:cNvSpPr txBox="1">
            <a:spLocks noGrp="1"/>
          </p:cNvSpPr>
          <p:nvPr>
            <p:ph type="ftr" idx="11"/>
          </p:nvPr>
        </p:nvSpPr>
        <p:spPr>
          <a:xfrm>
            <a:off x="914400" y="9015412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Montserrat Thin"/>
                <a:ea typeface="Montserrat Thin"/>
                <a:cs typeface="Montserrat Thin"/>
                <a:sym typeface="Montserrat Th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144" name="Google Shape;144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75583" y="1336635"/>
            <a:ext cx="953778" cy="18302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0763" y="481013"/>
            <a:ext cx="2185473" cy="15592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>
  <p:cSld name="1_Em Branc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8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1673" y="229009"/>
            <a:ext cx="17844654" cy="9828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ópicos">
  <p:cSld name="2_Tópicos">
    <p:bg>
      <p:bgPr>
        <a:gradFill>
          <a:gsLst>
            <a:gs pos="0">
              <a:srgbClr val="060533"/>
            </a:gs>
            <a:gs pos="52999">
              <a:srgbClr val="00004D"/>
            </a:gs>
            <a:gs pos="100000">
              <a:srgbClr val="004D99"/>
            </a:gs>
          </a:gsLst>
          <a:lin ang="0" scaled="0"/>
        </a:gra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8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1673" y="229009"/>
            <a:ext cx="17844654" cy="98289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1" name="Google Shape;171;p85"/>
          <p:cNvGrpSpPr/>
          <p:nvPr/>
        </p:nvGrpSpPr>
        <p:grpSpPr>
          <a:xfrm>
            <a:off x="914973" y="4909859"/>
            <a:ext cx="8055220" cy="3891241"/>
            <a:chOff x="0" y="2896868"/>
            <a:chExt cx="6766057" cy="5188321"/>
          </a:xfrm>
        </p:grpSpPr>
        <p:sp>
          <p:nvSpPr>
            <p:cNvPr id="172" name="Google Shape;172;p85"/>
            <p:cNvSpPr/>
            <p:nvPr/>
          </p:nvSpPr>
          <p:spPr>
            <a:xfrm>
              <a:off x="0" y="4852045"/>
              <a:ext cx="6766057" cy="3233144"/>
            </a:xfrm>
            <a:custGeom>
              <a:avLst/>
              <a:gdLst/>
              <a:ahLst/>
              <a:cxnLst/>
              <a:rect l="l" t="t" r="r" b="b"/>
              <a:pathLst>
                <a:path w="2993619" h="1430494" extrusionOk="0">
                  <a:moveTo>
                    <a:pt x="2869158" y="1430494"/>
                  </a:moveTo>
                  <a:lnTo>
                    <a:pt x="124460" y="1430494"/>
                  </a:lnTo>
                  <a:cubicBezTo>
                    <a:pt x="55880" y="1430494"/>
                    <a:pt x="0" y="1374614"/>
                    <a:pt x="0" y="1306034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869159" y="0"/>
                  </a:lnTo>
                  <a:cubicBezTo>
                    <a:pt x="2937739" y="0"/>
                    <a:pt x="2993619" y="55880"/>
                    <a:pt x="2993619" y="124460"/>
                  </a:cubicBezTo>
                  <a:lnTo>
                    <a:pt x="2993619" y="1306034"/>
                  </a:lnTo>
                  <a:cubicBezTo>
                    <a:pt x="2993619" y="1374614"/>
                    <a:pt x="2937739" y="1430494"/>
                    <a:pt x="2869159" y="143049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3" name="Google Shape;173;p85"/>
            <p:cNvSpPr/>
            <p:nvPr/>
          </p:nvSpPr>
          <p:spPr>
            <a:xfrm>
              <a:off x="0" y="2896868"/>
              <a:ext cx="6766057" cy="2751790"/>
            </a:xfrm>
            <a:custGeom>
              <a:avLst/>
              <a:gdLst/>
              <a:ahLst/>
              <a:cxnLst/>
              <a:rect l="l" t="t" r="r" b="b"/>
              <a:pathLst>
                <a:path w="2993619" h="1217520" extrusionOk="0">
                  <a:moveTo>
                    <a:pt x="2869158" y="1217520"/>
                  </a:moveTo>
                  <a:lnTo>
                    <a:pt x="124460" y="1217520"/>
                  </a:lnTo>
                  <a:cubicBezTo>
                    <a:pt x="55880" y="1217520"/>
                    <a:pt x="0" y="1161640"/>
                    <a:pt x="0" y="1093060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869159" y="0"/>
                  </a:lnTo>
                  <a:cubicBezTo>
                    <a:pt x="2937739" y="0"/>
                    <a:pt x="2993619" y="55880"/>
                    <a:pt x="2993619" y="124460"/>
                  </a:cubicBezTo>
                  <a:lnTo>
                    <a:pt x="2993619" y="1093060"/>
                  </a:lnTo>
                  <a:cubicBezTo>
                    <a:pt x="2993619" y="1161640"/>
                    <a:pt x="2937739" y="1217520"/>
                    <a:pt x="2869159" y="12175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4" name="Google Shape;174;p85"/>
            <p:cNvSpPr txBox="1"/>
            <p:nvPr/>
          </p:nvSpPr>
          <p:spPr>
            <a:xfrm>
              <a:off x="425756" y="4170276"/>
              <a:ext cx="5413756" cy="52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7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75" name="Google Shape;175;p85"/>
          <p:cNvSpPr/>
          <p:nvPr/>
        </p:nvSpPr>
        <p:spPr>
          <a:xfrm>
            <a:off x="9363096" y="6376242"/>
            <a:ext cx="8055220" cy="2424858"/>
          </a:xfrm>
          <a:custGeom>
            <a:avLst/>
            <a:gdLst/>
            <a:ahLst/>
            <a:cxnLst/>
            <a:rect l="l" t="t" r="r" b="b"/>
            <a:pathLst>
              <a:path w="2993619" h="1430494" extrusionOk="0">
                <a:moveTo>
                  <a:pt x="2869158" y="1430494"/>
                </a:moveTo>
                <a:lnTo>
                  <a:pt x="124460" y="1430494"/>
                </a:lnTo>
                <a:cubicBezTo>
                  <a:pt x="55880" y="1430494"/>
                  <a:pt x="0" y="1374614"/>
                  <a:pt x="0" y="1306034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2869159" y="0"/>
                </a:lnTo>
                <a:cubicBezTo>
                  <a:pt x="2937739" y="0"/>
                  <a:pt x="2993619" y="55880"/>
                  <a:pt x="2993619" y="124460"/>
                </a:cubicBezTo>
                <a:lnTo>
                  <a:pt x="2993619" y="1306034"/>
                </a:lnTo>
                <a:cubicBezTo>
                  <a:pt x="2993619" y="1374614"/>
                  <a:pt x="2937739" y="1430494"/>
                  <a:pt x="2869159" y="143049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p85"/>
          <p:cNvSpPr/>
          <p:nvPr/>
        </p:nvSpPr>
        <p:spPr>
          <a:xfrm>
            <a:off x="9363096" y="4909859"/>
            <a:ext cx="8055220" cy="2063843"/>
          </a:xfrm>
          <a:custGeom>
            <a:avLst/>
            <a:gdLst/>
            <a:ahLst/>
            <a:cxnLst/>
            <a:rect l="l" t="t" r="r" b="b"/>
            <a:pathLst>
              <a:path w="2993619" h="1217520" extrusionOk="0">
                <a:moveTo>
                  <a:pt x="2869158" y="1217520"/>
                </a:moveTo>
                <a:lnTo>
                  <a:pt x="124460" y="1217520"/>
                </a:lnTo>
                <a:cubicBezTo>
                  <a:pt x="55880" y="1217520"/>
                  <a:pt x="0" y="1161640"/>
                  <a:pt x="0" y="1093060"/>
                </a:cubicBezTo>
                <a:lnTo>
                  <a:pt x="0" y="124460"/>
                </a:lnTo>
                <a:cubicBezTo>
                  <a:pt x="0" y="55880"/>
                  <a:pt x="55880" y="0"/>
                  <a:pt x="124460" y="0"/>
                </a:cubicBezTo>
                <a:lnTo>
                  <a:pt x="2869159" y="0"/>
                </a:lnTo>
                <a:cubicBezTo>
                  <a:pt x="2937739" y="0"/>
                  <a:pt x="2993619" y="55880"/>
                  <a:pt x="2993619" y="124460"/>
                </a:cubicBezTo>
                <a:lnTo>
                  <a:pt x="2993619" y="1093060"/>
                </a:lnTo>
                <a:cubicBezTo>
                  <a:pt x="2993619" y="1161640"/>
                  <a:pt x="2937739" y="1217520"/>
                  <a:pt x="2869159" y="121752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" name="Google Shape;177;p85"/>
          <p:cNvSpPr>
            <a:spLocks noGrp="1"/>
          </p:cNvSpPr>
          <p:nvPr>
            <p:ph type="pic" idx="2"/>
          </p:nvPr>
        </p:nvSpPr>
        <p:spPr>
          <a:xfrm>
            <a:off x="914400" y="2737208"/>
            <a:ext cx="8054312" cy="2854394"/>
          </a:xfrm>
          <a:prstGeom prst="roundRect">
            <a:avLst>
              <a:gd name="adj" fmla="val 7727"/>
            </a:avLst>
          </a:prstGeom>
          <a:noFill/>
          <a:ln>
            <a:noFill/>
          </a:ln>
        </p:spPr>
      </p:sp>
      <p:sp>
        <p:nvSpPr>
          <p:cNvPr id="178" name="Google Shape;178;p85"/>
          <p:cNvSpPr>
            <a:spLocks noGrp="1"/>
          </p:cNvSpPr>
          <p:nvPr>
            <p:ph type="pic" idx="3"/>
          </p:nvPr>
        </p:nvSpPr>
        <p:spPr>
          <a:xfrm>
            <a:off x="9361952" y="2737209"/>
            <a:ext cx="8054312" cy="2854394"/>
          </a:xfrm>
          <a:prstGeom prst="roundRect">
            <a:avLst>
              <a:gd name="adj" fmla="val 7727"/>
            </a:avLst>
          </a:prstGeom>
          <a:noFill/>
          <a:ln>
            <a:noFill/>
          </a:ln>
        </p:spPr>
      </p:sp>
      <p:sp>
        <p:nvSpPr>
          <p:cNvPr id="179" name="Google Shape;179;p85"/>
          <p:cNvSpPr txBox="1">
            <a:spLocks noGrp="1"/>
          </p:cNvSpPr>
          <p:nvPr>
            <p:ph type="body" idx="1"/>
          </p:nvPr>
        </p:nvSpPr>
        <p:spPr>
          <a:xfrm>
            <a:off x="1234289" y="5985735"/>
            <a:ext cx="6531745" cy="516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9FBFD"/>
              </a:buClr>
              <a:buSzPts val="3200"/>
              <a:buFont typeface="Arial"/>
              <a:buNone/>
              <a:defRPr sz="2800" b="1" i="0" u="none" strike="noStrike" cap="none">
                <a:solidFill>
                  <a:srgbClr val="F9FBF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80" name="Google Shape;180;p85"/>
          <p:cNvSpPr txBox="1">
            <a:spLocks noGrp="1"/>
          </p:cNvSpPr>
          <p:nvPr>
            <p:ph type="body" idx="4"/>
          </p:nvPr>
        </p:nvSpPr>
        <p:spPr>
          <a:xfrm>
            <a:off x="9682413" y="5985735"/>
            <a:ext cx="6531745" cy="516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9FBFD"/>
              </a:buClr>
              <a:buSzPts val="3200"/>
              <a:buFont typeface="Arial"/>
              <a:buNone/>
              <a:defRPr sz="2800" b="1" i="0" u="none" strike="noStrike" cap="none">
                <a:solidFill>
                  <a:srgbClr val="F9FBF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81" name="Google Shape;181;p85"/>
          <p:cNvSpPr txBox="1">
            <a:spLocks noGrp="1"/>
          </p:cNvSpPr>
          <p:nvPr>
            <p:ph type="body" idx="5"/>
          </p:nvPr>
        </p:nvSpPr>
        <p:spPr>
          <a:xfrm>
            <a:off x="1234290" y="7276810"/>
            <a:ext cx="6445260" cy="332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A274F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A274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82" name="Google Shape;182;p85"/>
          <p:cNvSpPr txBox="1">
            <a:spLocks noGrp="1"/>
          </p:cNvSpPr>
          <p:nvPr>
            <p:ph type="body" idx="6"/>
          </p:nvPr>
        </p:nvSpPr>
        <p:spPr>
          <a:xfrm>
            <a:off x="9682414" y="7256016"/>
            <a:ext cx="6445260" cy="332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A274F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A274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83" name="Google Shape;183;p85"/>
          <p:cNvSpPr txBox="1">
            <a:spLocks noGrp="1"/>
          </p:cNvSpPr>
          <p:nvPr>
            <p:ph type="body" idx="7"/>
          </p:nvPr>
        </p:nvSpPr>
        <p:spPr>
          <a:xfrm>
            <a:off x="1847850" y="723900"/>
            <a:ext cx="14592300" cy="95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9FBFD"/>
              </a:buClr>
              <a:buSzPts val="6999"/>
              <a:buFont typeface="Arial"/>
              <a:buNone/>
              <a:defRPr sz="6000" b="1" i="0" u="none" strike="noStrike" cap="none">
                <a:solidFill>
                  <a:srgbClr val="F9FBF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184" name="Google Shape;184;p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0763" y="481013"/>
            <a:ext cx="2069037" cy="1462087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85"/>
          <p:cNvSpPr txBox="1">
            <a:spLocks noGrp="1"/>
          </p:cNvSpPr>
          <p:nvPr>
            <p:ph type="ftr" idx="11"/>
          </p:nvPr>
        </p:nvSpPr>
        <p:spPr>
          <a:xfrm>
            <a:off x="914400" y="9015412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Montserrat Thin"/>
                <a:ea typeface="Montserrat Thin"/>
                <a:cs typeface="Montserrat Thin"/>
                <a:sym typeface="Montserrat Th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186" name="Google Shape;186;p8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575583" y="1336635"/>
            <a:ext cx="953778" cy="18302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Claro">
  <p:cSld name="Título Claro">
    <p:bg>
      <p:bgPr>
        <a:gradFill>
          <a:gsLst>
            <a:gs pos="0">
              <a:srgbClr val="060533"/>
            </a:gs>
            <a:gs pos="52999">
              <a:srgbClr val="00004D"/>
            </a:gs>
            <a:gs pos="100000">
              <a:srgbClr val="004D99"/>
            </a:gs>
          </a:gsLst>
          <a:lin ang="0" scaled="0"/>
        </a:gra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5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1673" y="229009"/>
            <a:ext cx="17844654" cy="98289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575583" y="1336635"/>
            <a:ext cx="953778" cy="1830219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59"/>
          <p:cNvSpPr txBox="1">
            <a:spLocks noGrp="1"/>
          </p:cNvSpPr>
          <p:nvPr>
            <p:ph type="ftr" idx="11"/>
          </p:nvPr>
        </p:nvSpPr>
        <p:spPr>
          <a:xfrm>
            <a:off x="914400" y="9015412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Montserrat Thin"/>
                <a:ea typeface="Montserrat Thin"/>
                <a:cs typeface="Montserrat Thin"/>
                <a:sym typeface="Montserrat Th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191" name="Google Shape;191;p5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0763" y="481013"/>
            <a:ext cx="2185473" cy="1559221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59"/>
          <p:cNvSpPr txBox="1">
            <a:spLocks noGrp="1"/>
          </p:cNvSpPr>
          <p:nvPr>
            <p:ph type="title"/>
          </p:nvPr>
        </p:nvSpPr>
        <p:spPr>
          <a:xfrm>
            <a:off x="4218039" y="363025"/>
            <a:ext cx="13239750" cy="1989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Bebas Neue"/>
              <a:buNone/>
              <a:defRPr sz="96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scuro">
  <p:cSld name="Título Escuro">
    <p:bg>
      <p:bgPr>
        <a:solidFill>
          <a:srgbClr val="00004D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0"/>
          <p:cNvSpPr txBox="1">
            <a:spLocks noGrp="1"/>
          </p:cNvSpPr>
          <p:nvPr>
            <p:ph type="title"/>
          </p:nvPr>
        </p:nvSpPr>
        <p:spPr>
          <a:xfrm>
            <a:off x="4218039" y="363025"/>
            <a:ext cx="13239750" cy="1989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Font typeface="Bebas Neue"/>
              <a:buNone/>
              <a:defRPr sz="96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" name="Google Shape;195;p60"/>
          <p:cNvSpPr txBox="1">
            <a:spLocks noGrp="1"/>
          </p:cNvSpPr>
          <p:nvPr>
            <p:ph type="ftr" idx="11"/>
          </p:nvPr>
        </p:nvSpPr>
        <p:spPr>
          <a:xfrm>
            <a:off x="914400" y="9015412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Montserrat Thin"/>
                <a:ea typeface="Montserrat Thin"/>
                <a:cs typeface="Montserrat Thin"/>
                <a:sym typeface="Montserrat Th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196" name="Google Shape;196;p6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0763" y="481013"/>
            <a:ext cx="2185473" cy="15592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estaque">
  <p:cSld name="1_Destaque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1"/>
          <p:cNvSpPr>
            <a:spLocks noGrp="1"/>
          </p:cNvSpPr>
          <p:nvPr>
            <p:ph type="pic" idx="2"/>
          </p:nvPr>
        </p:nvSpPr>
        <p:spPr>
          <a:xfrm>
            <a:off x="-38912" y="0"/>
            <a:ext cx="18326911" cy="10287000"/>
          </a:xfrm>
          <a:prstGeom prst="rect">
            <a:avLst/>
          </a:prstGeom>
          <a:noFill/>
          <a:ln>
            <a:noFill/>
          </a:ln>
        </p:spPr>
      </p:sp>
      <p:sp>
        <p:nvSpPr>
          <p:cNvPr id="199" name="Google Shape;199;p61"/>
          <p:cNvSpPr/>
          <p:nvPr/>
        </p:nvSpPr>
        <p:spPr>
          <a:xfrm>
            <a:off x="-38911" y="6438900"/>
            <a:ext cx="18326911" cy="2437371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1" i="0" u="none" strike="noStrike" cap="none">
              <a:solidFill>
                <a:srgbClr val="0A274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p61"/>
          <p:cNvSpPr txBox="1">
            <a:spLocks noGrp="1"/>
          </p:cNvSpPr>
          <p:nvPr>
            <p:ph type="body" idx="1"/>
          </p:nvPr>
        </p:nvSpPr>
        <p:spPr>
          <a:xfrm>
            <a:off x="914400" y="7926230"/>
            <a:ext cx="16323013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A274F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01" name="Google Shape;201;p61"/>
          <p:cNvSpPr txBox="1">
            <a:spLocks noGrp="1"/>
          </p:cNvSpPr>
          <p:nvPr>
            <p:ph type="ftr" idx="11"/>
          </p:nvPr>
        </p:nvSpPr>
        <p:spPr>
          <a:xfrm>
            <a:off x="914400" y="9015412"/>
            <a:ext cx="6172200" cy="547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Montserrat Thin"/>
                <a:ea typeface="Montserrat Thin"/>
                <a:cs typeface="Montserrat Thin"/>
                <a:sym typeface="Montserrat Thi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02" name="Google Shape;202;p61"/>
          <p:cNvSpPr txBox="1">
            <a:spLocks noGrp="1"/>
          </p:cNvSpPr>
          <p:nvPr>
            <p:ph type="body" idx="3"/>
          </p:nvPr>
        </p:nvSpPr>
        <p:spPr>
          <a:xfrm>
            <a:off x="914569" y="6667500"/>
            <a:ext cx="16322675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sz="8000" b="0" i="0" u="none" strike="noStrike" cap="none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203" name="Google Shape;203;p6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0763" y="481013"/>
            <a:ext cx="2185473" cy="15592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9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5" r:id="rId3"/>
    <p:sldLayoutId id="2147483666" r:id="rId4"/>
    <p:sldLayoutId id="2147483667" r:id="rId5"/>
    <p:sldLayoutId id="2147483668" r:id="rId6"/>
    <p:sldLayoutId id="2147483669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Valor 1"/>
          <p:cNvSpPr txBox="1"/>
          <p:nvPr/>
        </p:nvSpPr>
        <p:spPr>
          <a:xfrm>
            <a:off x="1130300" y="889000"/>
            <a:ext cx="7620000" cy="444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2000" b="1" i="0" u="none" strike="noStrike" cap="none">
                <a:solidFill>
                  <a:srgbClr val="F9FBFD"/>
                </a:solidFill>
                <a:latin typeface="Poppins"/>
                <a:ea typeface="Poppins"/>
                <a:cs typeface="Poppins"/>
                <a:sym typeface="Poppins"/>
              </a:rPr>
              <a:t>ENTUSIASMO PELA TECNOLOGIA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400" b="0" i="0" u="none" strike="noStrike" cap="none">
                <a:solidFill>
                  <a:srgbClr val="F9FBFD"/>
                </a:solidFill>
                <a:latin typeface="Montserrat"/>
                <a:ea typeface="Montserrat"/>
                <a:cs typeface="Montserrat"/>
                <a:sym typeface="Montserrat"/>
              </a:rPr>
              <a:t>A tecnologia, assim como a arte, amplia a experiência do que significa sentir-se vivo, transformando limitações em possibilidades e libertando as pessoas do monótono. Há poesia no instante em que ideias, lógica e criatividade se encaixam com elegância e produzem algo que simplesmente funciona, tornando possível aquilo que antes parecia mágico. A curiosidade, a criação e a busca contínua por soluções melhores orientam a forma de pensar, trabalhar e enxergar o mundo.</a:t>
            </a:r>
          </a:p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1" u="none" strike="noStrike" cap="none">
                <a:solidFill>
                  <a:srgbClr val="4ECABF"/>
                </a:solidFill>
                <a:latin typeface="Montserrat"/>
                <a:ea typeface="Montserrat"/>
                <a:cs typeface="Montserrat"/>
                <a:sym typeface="Montserrat"/>
              </a:rPr>
              <a:t>“O futuro entra em nós para transformar-se em nós muito antes de acontecer.” — Rainer Maria Rilke</a:t>
            </a:r>
          </a:p>
        </p:txBody>
      </p:sp>
      <p:sp>
        <p:nvSpPr>
          <p:cNvPr id="101" name="Valor 2"/>
          <p:cNvSpPr txBox="1"/>
          <p:nvPr/>
        </p:nvSpPr>
        <p:spPr>
          <a:xfrm>
            <a:off x="9588500" y="889000"/>
            <a:ext cx="7569200" cy="444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2000" b="1" i="0" u="none" strike="noStrike" cap="none">
                <a:solidFill>
                  <a:srgbClr val="F9FBFD"/>
                </a:solidFill>
                <a:latin typeface="Poppins"/>
                <a:ea typeface="Poppins"/>
                <a:cs typeface="Poppins"/>
                <a:sym typeface="Poppins"/>
              </a:rPr>
              <a:t>SERENIDADE NAS RELAÇÕES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400" b="0" i="0" u="none" strike="noStrike" cap="none">
                <a:solidFill>
                  <a:srgbClr val="F9FBFD"/>
                </a:solidFill>
                <a:latin typeface="Montserrat"/>
                <a:ea typeface="Montserrat"/>
                <a:cs typeface="Montserrat"/>
                <a:sym typeface="Montserrat"/>
              </a:rPr>
              <a:t>As relações devem ser conduzidas com serenidade, respeito e foco em objetivos compartilhados. Um ambiente agradável, seguro e motivador deve servir de fundamento para o trabalho em equipe. Divergências devem ser tratadas com maturidade, buscando o entendimento mútuo e permitindo que conclusões sejam construídas em consenso antes da confrontação direta. O reconhecimento deve ser compartilhado publicamente e correções devem ser conduzidas com discrição, empatia e respeito.</a:t>
            </a:r>
          </a:p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1" u="none" strike="noStrike" cap="none">
                <a:solidFill>
                  <a:srgbClr val="4ECABF"/>
                </a:solidFill>
                <a:latin typeface="Montserrat"/>
                <a:ea typeface="Montserrat"/>
                <a:cs typeface="Montserrat"/>
                <a:sym typeface="Montserrat"/>
              </a:rPr>
              <a:t>“Onde reina a serenidade, há ordem.” — Sêneca</a:t>
            </a:r>
          </a:p>
        </p:txBody>
      </p:sp>
      <p:sp>
        <p:nvSpPr>
          <p:cNvPr id="102" name="Valor 3"/>
          <p:cNvSpPr txBox="1"/>
          <p:nvPr/>
        </p:nvSpPr>
        <p:spPr>
          <a:xfrm>
            <a:off x="1130300" y="5588000"/>
            <a:ext cx="7620000" cy="444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2000" b="1" i="0" u="none" strike="noStrike" cap="none">
                <a:solidFill>
                  <a:srgbClr val="F9FBFD"/>
                </a:solidFill>
                <a:latin typeface="Poppins"/>
                <a:ea typeface="Poppins"/>
                <a:cs typeface="Poppins"/>
                <a:sym typeface="Poppins"/>
              </a:rPr>
              <a:t>ADAPTABILIDADE E MELHORIA CONTÍNUA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400" b="0" i="0" u="none" strike="noStrike" cap="none">
                <a:solidFill>
                  <a:srgbClr val="F9FBFD"/>
                </a:solidFill>
                <a:latin typeface="Montserrat"/>
                <a:ea typeface="Montserrat"/>
                <a:cs typeface="Montserrat"/>
                <a:sym typeface="Montserrat"/>
              </a:rPr>
              <a:t>A mudança deve ser aceita como inevitável, o erro como parte da experiência humana e a obsolescência como uma característica natural de qualquer solução. O aprendizado contínuo, a correção de rota e a busca por resultados progressivamente melhores devem orientar a tomada de decisões. A excelência deve ser perseguida com a compreensão de que a perfeição é um ideal, enquanto o progresso consistente é a realização possível.</a:t>
            </a:r>
          </a:p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1" u="none" strike="noStrike" cap="none">
                <a:solidFill>
                  <a:srgbClr val="4ECABF"/>
                </a:solidFill>
                <a:latin typeface="Montserrat"/>
                <a:ea typeface="Montserrat"/>
                <a:cs typeface="Montserrat"/>
                <a:sym typeface="Montserrat"/>
              </a:rPr>
              <a:t>“Em vez de construção, software é mais parecido com jardinagem; é mais orgânico do que concreto.” — Andrew Hunt e David Thomas, The Pragmatic Programmer</a:t>
            </a:r>
          </a:p>
        </p:txBody>
      </p:sp>
      <p:sp>
        <p:nvSpPr>
          <p:cNvPr id="103" name="Valor 4"/>
          <p:cNvSpPr txBox="1"/>
          <p:nvPr/>
        </p:nvSpPr>
        <p:spPr>
          <a:xfrm>
            <a:off x="9588500" y="5588000"/>
            <a:ext cx="7569200" cy="444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2000" b="1" i="0" u="none" strike="noStrike" cap="none">
                <a:solidFill>
                  <a:srgbClr val="F9FBFD"/>
                </a:solidFill>
                <a:latin typeface="Poppins"/>
                <a:ea typeface="Poppins"/>
                <a:cs typeface="Poppins"/>
                <a:sym typeface="Poppins"/>
              </a:rPr>
              <a:t>PENSAMENTO SISTÊMICO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pt-BR" sz="1400" b="0" i="0" u="none" strike="noStrike" cap="none">
                <a:solidFill>
                  <a:srgbClr val="F9FBFD"/>
                </a:solidFill>
                <a:latin typeface="Montserrat"/>
                <a:ea typeface="Montserrat"/>
                <a:cs typeface="Montserrat"/>
                <a:sym typeface="Montserrat"/>
              </a:rPr>
              <a:t>O trabalho deve ser organizado em conjuntos coesos, independentes e orientados por contexto, permitindo que cada etapa seja consolidada e assimilada antes que a atenção seja direcionada ao próximo desafio e favorecendo o foco profundo. A eficiência real deve prevalecer sobre a percepção imediata de progresso, com preferência por abordagens que simplifiquem a execução, reduzam trocas de contexto e produzam resultados mais consistentes.</a:t>
            </a:r>
          </a:p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1" u="none" strike="noStrike" cap="none">
                <a:solidFill>
                  <a:srgbClr val="4ECABF"/>
                </a:solidFill>
                <a:latin typeface="Montserrat"/>
                <a:ea typeface="Montserrat"/>
                <a:cs typeface="Montserrat"/>
                <a:sym typeface="Montserrat"/>
              </a:rPr>
              <a:t>“A arte da programação é a arte de organizar a complexidade.” — Edsger W. Dijkstra</a:t>
            </a:r>
          </a:p>
        </p:txBody>
      </p:sp>
    </p:spTree>
    <p:extLst>
      <p:ext uri="{BB962C8B-B14F-4D97-AF65-F5344CB8AC3E}">
        <p14:creationId xmlns:p14="http://schemas.microsoft.com/office/powerpoint/2010/main" val="2288807052"/>
      </p:ext>
    </p:extLst>
  </p:cSld>
  <p:clrMapOvr>
    <a:masterClrMapping/>
  </p:clrMapOvr>
</p:sld>
</file>

<file path=ppt/theme/theme1.xml><?xml version="1.0" encoding="utf-8"?>
<a:theme xmlns:a="http://schemas.openxmlformats.org/drawingml/2006/main" name="Carenet Neutro">
  <a:themeElements>
    <a:clrScheme name="Carenet Longevity">
      <a:dk1>
        <a:srgbClr val="00004D"/>
      </a:dk1>
      <a:lt1>
        <a:srgbClr val="F9FBFD"/>
      </a:lt1>
      <a:dk2>
        <a:srgbClr val="006699"/>
      </a:dk2>
      <a:lt2>
        <a:srgbClr val="4ECABF"/>
      </a:lt2>
      <a:accent1>
        <a:srgbClr val="009999"/>
      </a:accent1>
      <a:accent2>
        <a:srgbClr val="C7E900"/>
      </a:accent2>
      <a:accent3>
        <a:srgbClr val="800080"/>
      </a:accent3>
      <a:accent4>
        <a:srgbClr val="FF3300"/>
      </a:accent4>
      <a:accent5>
        <a:srgbClr val="FFC200"/>
      </a:accent5>
      <a:accent6>
        <a:srgbClr val="003366"/>
      </a:accent6>
      <a:hlink>
        <a:srgbClr val="0099CC"/>
      </a:hlink>
      <a:folHlink>
        <a:srgbClr val="0099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90FCDDF-A38C-4DA0-A6A5-C6B8B53F86B6}">
  <we:reference id="wa200010001" version="1.0.0.1" store="pt-BR" storeType="OMEX"/>
  <we:alternateReferences>
    <we:reference id="wa200010001" version="1.0.0.1" store="wa200010001" storeType="OMEX"/>
  </we:alternateReferences>
  <we:properties>
    <we:property name="claude.fileId" value="&quot;1e195c2c-3687-45a3-a8e0-6fa0174674a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388</Words>
  <Application>Microsoft Office PowerPoint</Application>
  <PresentationFormat>Personalizar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Montserrat</vt:lpstr>
      <vt:lpstr>Bebas Neue</vt:lpstr>
      <vt:lpstr>Arial</vt:lpstr>
      <vt:lpstr>Montserrat Thin</vt:lpstr>
      <vt:lpstr>Poppins</vt:lpstr>
      <vt:lpstr>Carenet Neutro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Agatha</dc:creator>
  <cp:lastModifiedBy>Rafael Medeiros</cp:lastModifiedBy>
  <cp:revision>3</cp:revision>
  <dcterms:created xsi:type="dcterms:W3CDTF">2006-08-16T00:00:00Z</dcterms:created>
  <dcterms:modified xsi:type="dcterms:W3CDTF">2026-07-16T11:07:39Z</dcterms:modified>
</cp:coreProperties>
</file>